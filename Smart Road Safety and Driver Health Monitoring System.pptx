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CF96A7-70D8-4541-98FF-AAA2467F3C99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C0BB0782-1CC4-4A1E-B6E6-1A717DC6072A}">
      <dgm:prSet/>
      <dgm:spPr/>
      <dgm:t>
        <a:bodyPr/>
        <a:lstStyle/>
        <a:p>
          <a:r>
            <a:rPr lang="en-US"/>
            <a:t>Poor road conditions like </a:t>
          </a:r>
          <a:r>
            <a:rPr lang="en-US" b="1"/>
            <a:t>potholes and speed breakers</a:t>
          </a:r>
          <a:r>
            <a:rPr lang="en-US"/>
            <a:t> cause accidents.</a:t>
          </a:r>
          <a:endParaRPr lang="en-IN"/>
        </a:p>
      </dgm:t>
    </dgm:pt>
    <dgm:pt modelId="{D1207E4C-EA52-4A87-AB6B-C28498519987}" type="parTrans" cxnId="{008D9D95-F62B-4874-9FA9-5A0584616C2E}">
      <dgm:prSet/>
      <dgm:spPr/>
      <dgm:t>
        <a:bodyPr/>
        <a:lstStyle/>
        <a:p>
          <a:endParaRPr lang="en-IN"/>
        </a:p>
      </dgm:t>
    </dgm:pt>
    <dgm:pt modelId="{D7B90311-A7D5-4AB3-97DB-13E87F061698}" type="sibTrans" cxnId="{008D9D95-F62B-4874-9FA9-5A0584616C2E}">
      <dgm:prSet/>
      <dgm:spPr/>
      <dgm:t>
        <a:bodyPr/>
        <a:lstStyle/>
        <a:p>
          <a:endParaRPr lang="en-IN"/>
        </a:p>
      </dgm:t>
    </dgm:pt>
    <dgm:pt modelId="{601F6896-8EEF-436E-B9BE-95338886872F}">
      <dgm:prSet/>
      <dgm:spPr/>
      <dgm:t>
        <a:bodyPr/>
        <a:lstStyle/>
        <a:p>
          <a:r>
            <a:rPr lang="en-US" b="1"/>
            <a:t>Low visibility at night, fog, and rain</a:t>
          </a:r>
          <a:r>
            <a:rPr lang="en-US"/>
            <a:t> increases risk of collision with humans.</a:t>
          </a:r>
          <a:endParaRPr lang="en-IN"/>
        </a:p>
      </dgm:t>
    </dgm:pt>
    <dgm:pt modelId="{E9AFE999-5609-480B-8015-52256D63479E}" type="parTrans" cxnId="{529F109D-866D-4F6D-AC5B-199177945727}">
      <dgm:prSet/>
      <dgm:spPr/>
      <dgm:t>
        <a:bodyPr/>
        <a:lstStyle/>
        <a:p>
          <a:endParaRPr lang="en-IN"/>
        </a:p>
      </dgm:t>
    </dgm:pt>
    <dgm:pt modelId="{5632E8CB-D2AF-4708-9681-72390586B340}" type="sibTrans" cxnId="{529F109D-866D-4F6D-AC5B-199177945727}">
      <dgm:prSet/>
      <dgm:spPr/>
      <dgm:t>
        <a:bodyPr/>
        <a:lstStyle/>
        <a:p>
          <a:endParaRPr lang="en-IN"/>
        </a:p>
      </dgm:t>
    </dgm:pt>
    <dgm:pt modelId="{3CF6F2C8-8B82-4A5C-9F07-6868388CEC54}">
      <dgm:prSet/>
      <dgm:spPr/>
      <dgm:t>
        <a:bodyPr/>
        <a:lstStyle/>
        <a:p>
          <a:r>
            <a:rPr lang="en-US"/>
            <a:t>Road damage information is </a:t>
          </a:r>
          <a:r>
            <a:rPr lang="en-US" b="1"/>
            <a:t>not reported properly</a:t>
          </a:r>
          <a:r>
            <a:rPr lang="en-US"/>
            <a:t> to authorities.</a:t>
          </a:r>
          <a:endParaRPr lang="en-IN"/>
        </a:p>
      </dgm:t>
    </dgm:pt>
    <dgm:pt modelId="{7C83C711-29BB-49A1-B7B0-03E05CBF3780}" type="parTrans" cxnId="{023599FD-979C-40A5-BB90-DD12C0BA201C}">
      <dgm:prSet/>
      <dgm:spPr/>
      <dgm:t>
        <a:bodyPr/>
        <a:lstStyle/>
        <a:p>
          <a:endParaRPr lang="en-IN"/>
        </a:p>
      </dgm:t>
    </dgm:pt>
    <dgm:pt modelId="{D3BC03DB-3C82-4DA5-BF73-15070B3E097A}" type="sibTrans" cxnId="{023599FD-979C-40A5-BB90-DD12C0BA201C}">
      <dgm:prSet/>
      <dgm:spPr/>
      <dgm:t>
        <a:bodyPr/>
        <a:lstStyle/>
        <a:p>
          <a:endParaRPr lang="en-IN"/>
        </a:p>
      </dgm:t>
    </dgm:pt>
    <dgm:pt modelId="{D36616BE-6021-41DF-92B4-5D5344EC9384}">
      <dgm:prSet/>
      <dgm:spPr/>
      <dgm:t>
        <a:bodyPr/>
        <a:lstStyle/>
        <a:p>
          <a:r>
            <a:rPr lang="en-US" b="1"/>
            <a:t>Driver health issues</a:t>
          </a:r>
          <a:r>
            <a:rPr lang="en-US"/>
            <a:t> during riding can lead to emergencies.</a:t>
          </a:r>
          <a:endParaRPr lang="en-IN"/>
        </a:p>
      </dgm:t>
    </dgm:pt>
    <dgm:pt modelId="{8D093648-5D55-46E8-8725-3772D7DA53C6}" type="parTrans" cxnId="{C0C3FA78-2D2B-46EF-A5DC-55418B734173}">
      <dgm:prSet/>
      <dgm:spPr/>
      <dgm:t>
        <a:bodyPr/>
        <a:lstStyle/>
        <a:p>
          <a:endParaRPr lang="en-IN"/>
        </a:p>
      </dgm:t>
    </dgm:pt>
    <dgm:pt modelId="{255B84CF-28E4-42EF-911E-3628C3ED4CF8}" type="sibTrans" cxnId="{C0C3FA78-2D2B-46EF-A5DC-55418B734173}">
      <dgm:prSet/>
      <dgm:spPr/>
      <dgm:t>
        <a:bodyPr/>
        <a:lstStyle/>
        <a:p>
          <a:endParaRPr lang="en-IN"/>
        </a:p>
      </dgm:t>
    </dgm:pt>
    <dgm:pt modelId="{26EF3FAB-0BF5-48FF-AEB2-BAA39712E6DD}">
      <dgm:prSet/>
      <dgm:spPr/>
      <dgm:t>
        <a:bodyPr/>
        <a:lstStyle/>
        <a:p>
          <a:r>
            <a:rPr lang="en-US"/>
            <a:t>Existing solutions are </a:t>
          </a:r>
          <a:r>
            <a:rPr lang="en-US" b="1"/>
            <a:t>expensive and not integrated</a:t>
          </a:r>
          <a:r>
            <a:rPr lang="en-US"/>
            <a:t>.</a:t>
          </a:r>
          <a:endParaRPr lang="en-IN"/>
        </a:p>
      </dgm:t>
    </dgm:pt>
    <dgm:pt modelId="{74505EFC-0478-40EB-9F16-5CF7704B33CE}" type="parTrans" cxnId="{D64AEB30-7281-45B4-BFE0-AF61AD2E76C6}">
      <dgm:prSet/>
      <dgm:spPr/>
      <dgm:t>
        <a:bodyPr/>
        <a:lstStyle/>
        <a:p>
          <a:endParaRPr lang="en-IN"/>
        </a:p>
      </dgm:t>
    </dgm:pt>
    <dgm:pt modelId="{EEC04877-D3C0-464D-9B5B-709C72DC0BD8}" type="sibTrans" cxnId="{D64AEB30-7281-45B4-BFE0-AF61AD2E76C6}">
      <dgm:prSet/>
      <dgm:spPr/>
      <dgm:t>
        <a:bodyPr/>
        <a:lstStyle/>
        <a:p>
          <a:endParaRPr lang="en-IN"/>
        </a:p>
      </dgm:t>
    </dgm:pt>
    <dgm:pt modelId="{A24F822F-B694-402E-AB47-62C4105A4CD8}" type="pres">
      <dgm:prSet presAssocID="{4ACF96A7-70D8-4541-98FF-AAA2467F3C99}" presName="compositeShape" presStyleCnt="0">
        <dgm:presLayoutVars>
          <dgm:chMax val="7"/>
          <dgm:dir/>
          <dgm:resizeHandles val="exact"/>
        </dgm:presLayoutVars>
      </dgm:prSet>
      <dgm:spPr/>
    </dgm:pt>
    <dgm:pt modelId="{6A23CAE6-AD3A-45B9-9764-80D2D1E3E105}" type="pres">
      <dgm:prSet presAssocID="{C0BB0782-1CC4-4A1E-B6E6-1A717DC6072A}" presName="circ1" presStyleLbl="vennNode1" presStyleIdx="0" presStyleCnt="5"/>
      <dgm:spPr/>
    </dgm:pt>
    <dgm:pt modelId="{270431CE-D71B-429D-98B3-E298EFC30559}" type="pres">
      <dgm:prSet presAssocID="{C0BB0782-1CC4-4A1E-B6E6-1A717DC6072A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269CF16-193E-4630-A131-EC96AE0A3367}" type="pres">
      <dgm:prSet presAssocID="{601F6896-8EEF-436E-B9BE-95338886872F}" presName="circ2" presStyleLbl="vennNode1" presStyleIdx="1" presStyleCnt="5"/>
      <dgm:spPr/>
    </dgm:pt>
    <dgm:pt modelId="{E541CA10-B1F0-46E8-B8C1-C2F79855CFAD}" type="pres">
      <dgm:prSet presAssocID="{601F6896-8EEF-436E-B9BE-95338886872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5838DC9-F45C-4816-94B1-877F13E82D3E}" type="pres">
      <dgm:prSet presAssocID="{3CF6F2C8-8B82-4A5C-9F07-6868388CEC54}" presName="circ3" presStyleLbl="vennNode1" presStyleIdx="2" presStyleCnt="5"/>
      <dgm:spPr/>
    </dgm:pt>
    <dgm:pt modelId="{91369264-EB58-4D56-9E64-6C81508B5433}" type="pres">
      <dgm:prSet presAssocID="{3CF6F2C8-8B82-4A5C-9F07-6868388CEC54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5EF02D5-FBF6-40E4-A393-660AD7F20179}" type="pres">
      <dgm:prSet presAssocID="{D36616BE-6021-41DF-92B4-5D5344EC9384}" presName="circ4" presStyleLbl="vennNode1" presStyleIdx="3" presStyleCnt="5"/>
      <dgm:spPr/>
    </dgm:pt>
    <dgm:pt modelId="{F7FF765B-919F-4A84-AB27-E7878E8D04E6}" type="pres">
      <dgm:prSet presAssocID="{D36616BE-6021-41DF-92B4-5D5344EC9384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E0163F9-7B73-41D8-90D0-EEEFBAE1EC03}" type="pres">
      <dgm:prSet presAssocID="{26EF3FAB-0BF5-48FF-AEB2-BAA39712E6DD}" presName="circ5" presStyleLbl="vennNode1" presStyleIdx="4" presStyleCnt="5"/>
      <dgm:spPr/>
    </dgm:pt>
    <dgm:pt modelId="{CA3EEA86-31A1-4F18-81EF-75CDE151007B}" type="pres">
      <dgm:prSet presAssocID="{26EF3FAB-0BF5-48FF-AEB2-BAA39712E6DD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8A8C680C-C6FB-499D-981C-9CB386D9724E}" type="presOf" srcId="{C0BB0782-1CC4-4A1E-B6E6-1A717DC6072A}" destId="{270431CE-D71B-429D-98B3-E298EFC30559}" srcOrd="0" destOrd="0" presId="urn:microsoft.com/office/officeart/2005/8/layout/venn1"/>
    <dgm:cxn modelId="{D64AEB30-7281-45B4-BFE0-AF61AD2E76C6}" srcId="{4ACF96A7-70D8-4541-98FF-AAA2467F3C99}" destId="{26EF3FAB-0BF5-48FF-AEB2-BAA39712E6DD}" srcOrd="4" destOrd="0" parTransId="{74505EFC-0478-40EB-9F16-5CF7704B33CE}" sibTransId="{EEC04877-D3C0-464D-9B5B-709C72DC0BD8}"/>
    <dgm:cxn modelId="{C0C3FA78-2D2B-46EF-A5DC-55418B734173}" srcId="{4ACF96A7-70D8-4541-98FF-AAA2467F3C99}" destId="{D36616BE-6021-41DF-92B4-5D5344EC9384}" srcOrd="3" destOrd="0" parTransId="{8D093648-5D55-46E8-8725-3772D7DA53C6}" sibTransId="{255B84CF-28E4-42EF-911E-3628C3ED4CF8}"/>
    <dgm:cxn modelId="{6ACA658F-8D6A-42BB-B2CD-4BA6CBEAA854}" type="presOf" srcId="{26EF3FAB-0BF5-48FF-AEB2-BAA39712E6DD}" destId="{CA3EEA86-31A1-4F18-81EF-75CDE151007B}" srcOrd="0" destOrd="0" presId="urn:microsoft.com/office/officeart/2005/8/layout/venn1"/>
    <dgm:cxn modelId="{008D9D95-F62B-4874-9FA9-5A0584616C2E}" srcId="{4ACF96A7-70D8-4541-98FF-AAA2467F3C99}" destId="{C0BB0782-1CC4-4A1E-B6E6-1A717DC6072A}" srcOrd="0" destOrd="0" parTransId="{D1207E4C-EA52-4A87-AB6B-C28498519987}" sibTransId="{D7B90311-A7D5-4AB3-97DB-13E87F061698}"/>
    <dgm:cxn modelId="{529F109D-866D-4F6D-AC5B-199177945727}" srcId="{4ACF96A7-70D8-4541-98FF-AAA2467F3C99}" destId="{601F6896-8EEF-436E-B9BE-95338886872F}" srcOrd="1" destOrd="0" parTransId="{E9AFE999-5609-480B-8015-52256D63479E}" sibTransId="{5632E8CB-D2AF-4708-9681-72390586B340}"/>
    <dgm:cxn modelId="{22F798AA-524F-4002-9DDD-E62BA1FE37B7}" type="presOf" srcId="{3CF6F2C8-8B82-4A5C-9F07-6868388CEC54}" destId="{91369264-EB58-4D56-9E64-6C81508B5433}" srcOrd="0" destOrd="0" presId="urn:microsoft.com/office/officeart/2005/8/layout/venn1"/>
    <dgm:cxn modelId="{E577EEB6-35C6-4B9A-8C11-2040D1506BC5}" type="presOf" srcId="{D36616BE-6021-41DF-92B4-5D5344EC9384}" destId="{F7FF765B-919F-4A84-AB27-E7878E8D04E6}" srcOrd="0" destOrd="0" presId="urn:microsoft.com/office/officeart/2005/8/layout/venn1"/>
    <dgm:cxn modelId="{157889E1-442C-4A2E-92A1-7E497D7CFCDE}" type="presOf" srcId="{4ACF96A7-70D8-4541-98FF-AAA2467F3C99}" destId="{A24F822F-B694-402E-AB47-62C4105A4CD8}" srcOrd="0" destOrd="0" presId="urn:microsoft.com/office/officeart/2005/8/layout/venn1"/>
    <dgm:cxn modelId="{EEBECDF8-FAFF-4B9E-B6D3-60B9D4800544}" type="presOf" srcId="{601F6896-8EEF-436E-B9BE-95338886872F}" destId="{E541CA10-B1F0-46E8-B8C1-C2F79855CFAD}" srcOrd="0" destOrd="0" presId="urn:microsoft.com/office/officeart/2005/8/layout/venn1"/>
    <dgm:cxn modelId="{023599FD-979C-40A5-BB90-DD12C0BA201C}" srcId="{4ACF96A7-70D8-4541-98FF-AAA2467F3C99}" destId="{3CF6F2C8-8B82-4A5C-9F07-6868388CEC54}" srcOrd="2" destOrd="0" parTransId="{7C83C711-29BB-49A1-B7B0-03E05CBF3780}" sibTransId="{D3BC03DB-3C82-4DA5-BF73-15070B3E097A}"/>
    <dgm:cxn modelId="{B37CE281-8017-4862-A6F0-3BFBAE85F2A5}" type="presParOf" srcId="{A24F822F-B694-402E-AB47-62C4105A4CD8}" destId="{6A23CAE6-AD3A-45B9-9764-80D2D1E3E105}" srcOrd="0" destOrd="0" presId="urn:microsoft.com/office/officeart/2005/8/layout/venn1"/>
    <dgm:cxn modelId="{CECB87E4-DA07-456B-9344-EAC537826DFB}" type="presParOf" srcId="{A24F822F-B694-402E-AB47-62C4105A4CD8}" destId="{270431CE-D71B-429D-98B3-E298EFC30559}" srcOrd="1" destOrd="0" presId="urn:microsoft.com/office/officeart/2005/8/layout/venn1"/>
    <dgm:cxn modelId="{EE0A65B3-A0FD-4440-9C23-CD8499A76863}" type="presParOf" srcId="{A24F822F-B694-402E-AB47-62C4105A4CD8}" destId="{D269CF16-193E-4630-A131-EC96AE0A3367}" srcOrd="2" destOrd="0" presId="urn:microsoft.com/office/officeart/2005/8/layout/venn1"/>
    <dgm:cxn modelId="{995A5B03-C0D6-483A-ABD9-0634151E9DAE}" type="presParOf" srcId="{A24F822F-B694-402E-AB47-62C4105A4CD8}" destId="{E541CA10-B1F0-46E8-B8C1-C2F79855CFAD}" srcOrd="3" destOrd="0" presId="urn:microsoft.com/office/officeart/2005/8/layout/venn1"/>
    <dgm:cxn modelId="{50383853-E186-48B8-8A04-1E71CFCA5A6E}" type="presParOf" srcId="{A24F822F-B694-402E-AB47-62C4105A4CD8}" destId="{95838DC9-F45C-4816-94B1-877F13E82D3E}" srcOrd="4" destOrd="0" presId="urn:microsoft.com/office/officeart/2005/8/layout/venn1"/>
    <dgm:cxn modelId="{4B576D3A-467F-4D97-BEDB-1125B980DB3B}" type="presParOf" srcId="{A24F822F-B694-402E-AB47-62C4105A4CD8}" destId="{91369264-EB58-4D56-9E64-6C81508B5433}" srcOrd="5" destOrd="0" presId="urn:microsoft.com/office/officeart/2005/8/layout/venn1"/>
    <dgm:cxn modelId="{8DA6C4FC-CF9F-4C04-B051-F271563A7E32}" type="presParOf" srcId="{A24F822F-B694-402E-AB47-62C4105A4CD8}" destId="{05EF02D5-FBF6-40E4-A393-660AD7F20179}" srcOrd="6" destOrd="0" presId="urn:microsoft.com/office/officeart/2005/8/layout/venn1"/>
    <dgm:cxn modelId="{25FBFB38-89FE-48D9-BCC4-C05EB4634A6B}" type="presParOf" srcId="{A24F822F-B694-402E-AB47-62C4105A4CD8}" destId="{F7FF765B-919F-4A84-AB27-E7878E8D04E6}" srcOrd="7" destOrd="0" presId="urn:microsoft.com/office/officeart/2005/8/layout/venn1"/>
    <dgm:cxn modelId="{2D81EE25-DE5A-4E27-B3C8-9A23E6C2A57D}" type="presParOf" srcId="{A24F822F-B694-402E-AB47-62C4105A4CD8}" destId="{FE0163F9-7B73-41D8-90D0-EEEFBAE1EC03}" srcOrd="8" destOrd="0" presId="urn:microsoft.com/office/officeart/2005/8/layout/venn1"/>
    <dgm:cxn modelId="{629627D5-F4E7-4318-BA01-7329209BCEDE}" type="presParOf" srcId="{A24F822F-B694-402E-AB47-62C4105A4CD8}" destId="{CA3EEA86-31A1-4F18-81EF-75CDE151007B}" srcOrd="9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0D09C6-C3D3-462A-A271-F46CF7384EA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2F184CE-77A9-4B84-8DE9-319FC3592234}">
      <dgm:prSet/>
      <dgm:spPr/>
      <dgm:t>
        <a:bodyPr/>
        <a:lstStyle/>
        <a:p>
          <a:r>
            <a:rPr lang="en-US"/>
            <a:t>Detect </a:t>
          </a:r>
          <a:r>
            <a:rPr lang="en-US" b="1"/>
            <a:t>potholes and speed breakers</a:t>
          </a:r>
          <a:r>
            <a:rPr lang="en-US"/>
            <a:t> using a </a:t>
          </a:r>
          <a:r>
            <a:rPr lang="en-US" b="1"/>
            <a:t>mobile phone camera and ML model</a:t>
          </a:r>
          <a:r>
            <a:rPr lang="en-US"/>
            <a:t>.</a:t>
          </a:r>
          <a:endParaRPr lang="en-IN"/>
        </a:p>
      </dgm:t>
    </dgm:pt>
    <dgm:pt modelId="{449E29CF-249B-467A-90E2-EAAC47F2D41F}" type="parTrans" cxnId="{37CA954B-0BAC-4F4C-9DB4-7A7348B4A49F}">
      <dgm:prSet/>
      <dgm:spPr/>
      <dgm:t>
        <a:bodyPr/>
        <a:lstStyle/>
        <a:p>
          <a:endParaRPr lang="en-IN"/>
        </a:p>
      </dgm:t>
    </dgm:pt>
    <dgm:pt modelId="{2328F781-0580-40F6-9ACA-7A457E2AD47E}" type="sibTrans" cxnId="{37CA954B-0BAC-4F4C-9DB4-7A7348B4A49F}">
      <dgm:prSet/>
      <dgm:spPr/>
      <dgm:t>
        <a:bodyPr/>
        <a:lstStyle/>
        <a:p>
          <a:endParaRPr lang="en-IN"/>
        </a:p>
      </dgm:t>
    </dgm:pt>
    <dgm:pt modelId="{C077BD56-6D7B-4A0F-A397-9DCBDA7B9ABB}">
      <dgm:prSet/>
      <dgm:spPr/>
      <dgm:t>
        <a:bodyPr/>
        <a:lstStyle/>
        <a:p>
          <a:r>
            <a:rPr lang="en-US"/>
            <a:t>Detect </a:t>
          </a:r>
          <a:r>
            <a:rPr lang="en-US" b="1"/>
            <a:t>humans/obstacles at night</a:t>
          </a:r>
          <a:r>
            <a:rPr lang="en-US"/>
            <a:t> using </a:t>
          </a:r>
          <a:r>
            <a:rPr lang="en-US" b="1"/>
            <a:t>ultrasonic sensors</a:t>
          </a:r>
          <a:r>
            <a:rPr lang="en-US"/>
            <a:t> and give alerts.</a:t>
          </a:r>
          <a:endParaRPr lang="en-IN"/>
        </a:p>
      </dgm:t>
    </dgm:pt>
    <dgm:pt modelId="{042123BC-6E39-4555-87ED-9ED8D84E0189}" type="parTrans" cxnId="{9A87B4D8-1833-4090-9D57-954E759CEB18}">
      <dgm:prSet/>
      <dgm:spPr/>
      <dgm:t>
        <a:bodyPr/>
        <a:lstStyle/>
        <a:p>
          <a:endParaRPr lang="en-IN"/>
        </a:p>
      </dgm:t>
    </dgm:pt>
    <dgm:pt modelId="{772324E0-5E94-4E76-8C2C-3FBC6DD5D296}" type="sibTrans" cxnId="{9A87B4D8-1833-4090-9D57-954E759CEB18}">
      <dgm:prSet/>
      <dgm:spPr/>
      <dgm:t>
        <a:bodyPr/>
        <a:lstStyle/>
        <a:p>
          <a:endParaRPr lang="en-IN"/>
        </a:p>
      </dgm:t>
    </dgm:pt>
    <dgm:pt modelId="{4C72310F-EA9F-472A-9CCC-F4F0CE9C0F80}">
      <dgm:prSet/>
      <dgm:spPr/>
      <dgm:t>
        <a:bodyPr/>
        <a:lstStyle/>
        <a:p>
          <a:r>
            <a:rPr lang="en-US" b="1"/>
            <a:t>Map and report bad road conditions</a:t>
          </a:r>
          <a:r>
            <a:rPr lang="en-US"/>
            <a:t> using GPS and online services.</a:t>
          </a:r>
          <a:endParaRPr lang="en-IN"/>
        </a:p>
      </dgm:t>
    </dgm:pt>
    <dgm:pt modelId="{12632C2A-0542-412F-B1C0-51B450430329}" type="parTrans" cxnId="{3A113016-1BE7-4C70-A7DD-A69EE53C52E6}">
      <dgm:prSet/>
      <dgm:spPr/>
      <dgm:t>
        <a:bodyPr/>
        <a:lstStyle/>
        <a:p>
          <a:endParaRPr lang="en-IN"/>
        </a:p>
      </dgm:t>
    </dgm:pt>
    <dgm:pt modelId="{E93CFBC0-A6D8-4C86-988B-BC8EF23B1FE1}" type="sibTrans" cxnId="{3A113016-1BE7-4C70-A7DD-A69EE53C52E6}">
      <dgm:prSet/>
      <dgm:spPr/>
      <dgm:t>
        <a:bodyPr/>
        <a:lstStyle/>
        <a:p>
          <a:endParaRPr lang="en-IN"/>
        </a:p>
      </dgm:t>
    </dgm:pt>
    <dgm:pt modelId="{8C62C95A-6E30-4495-94A2-D3DCF2A74350}">
      <dgm:prSet/>
      <dgm:spPr/>
      <dgm:t>
        <a:bodyPr/>
        <a:lstStyle/>
        <a:p>
          <a:r>
            <a:rPr lang="en-US" b="1"/>
            <a:t>Monitor driver health</a:t>
          </a:r>
          <a:r>
            <a:rPr lang="en-US"/>
            <a:t> using a pulse oximeter sensor.</a:t>
          </a:r>
          <a:endParaRPr lang="en-IN"/>
        </a:p>
      </dgm:t>
    </dgm:pt>
    <dgm:pt modelId="{79C2ABCF-3633-4766-9C8C-671FD7D7C13C}" type="parTrans" cxnId="{E2589712-C1CF-47FC-BB0B-DBCD7D5031D5}">
      <dgm:prSet/>
      <dgm:spPr/>
      <dgm:t>
        <a:bodyPr/>
        <a:lstStyle/>
        <a:p>
          <a:endParaRPr lang="en-IN"/>
        </a:p>
      </dgm:t>
    </dgm:pt>
    <dgm:pt modelId="{E9835252-980C-4FFD-BC92-CDFF6465536C}" type="sibTrans" cxnId="{E2589712-C1CF-47FC-BB0B-DBCD7D5031D5}">
      <dgm:prSet/>
      <dgm:spPr/>
      <dgm:t>
        <a:bodyPr/>
        <a:lstStyle/>
        <a:p>
          <a:endParaRPr lang="en-IN"/>
        </a:p>
      </dgm:t>
    </dgm:pt>
    <dgm:pt modelId="{0BE39208-DFF9-4460-A399-054D1666C8C8}">
      <dgm:prSet/>
      <dgm:spPr/>
      <dgm:t>
        <a:bodyPr/>
        <a:lstStyle/>
        <a:p>
          <a:r>
            <a:rPr lang="en-US"/>
            <a:t>Send </a:t>
          </a:r>
          <a:r>
            <a:rPr lang="en-US" b="1"/>
            <a:t>emergency alerts</a:t>
          </a:r>
          <a:r>
            <a:rPr lang="en-US"/>
            <a:t> when abnormal health conditions are detected.</a:t>
          </a:r>
          <a:endParaRPr lang="en-IN"/>
        </a:p>
      </dgm:t>
    </dgm:pt>
    <dgm:pt modelId="{DF92FB53-C67D-4181-A78B-5F5758D69C8D}" type="parTrans" cxnId="{3C8CE138-A5ED-46AF-BDCD-21873CE9BAD8}">
      <dgm:prSet/>
      <dgm:spPr/>
      <dgm:t>
        <a:bodyPr/>
        <a:lstStyle/>
        <a:p>
          <a:endParaRPr lang="en-IN"/>
        </a:p>
      </dgm:t>
    </dgm:pt>
    <dgm:pt modelId="{ECB00B6A-D7F2-4E5B-AC15-D82BA6EE23EF}" type="sibTrans" cxnId="{3C8CE138-A5ED-46AF-BDCD-21873CE9BAD8}">
      <dgm:prSet/>
      <dgm:spPr/>
      <dgm:t>
        <a:bodyPr/>
        <a:lstStyle/>
        <a:p>
          <a:endParaRPr lang="en-IN"/>
        </a:p>
      </dgm:t>
    </dgm:pt>
    <dgm:pt modelId="{F3473655-BC69-471D-8C73-768B2738CCF7}" type="pres">
      <dgm:prSet presAssocID="{060D09C6-C3D3-462A-A271-F46CF7384EA8}" presName="linear" presStyleCnt="0">
        <dgm:presLayoutVars>
          <dgm:animLvl val="lvl"/>
          <dgm:resizeHandles val="exact"/>
        </dgm:presLayoutVars>
      </dgm:prSet>
      <dgm:spPr/>
    </dgm:pt>
    <dgm:pt modelId="{D33A48C5-2DC3-43CD-B859-5E78C707FC0C}" type="pres">
      <dgm:prSet presAssocID="{E2F184CE-77A9-4B84-8DE9-319FC359223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8181B94-3F8C-4DDE-ADF8-D10320C9CB12}" type="pres">
      <dgm:prSet presAssocID="{2328F781-0580-40F6-9ACA-7A457E2AD47E}" presName="spacer" presStyleCnt="0"/>
      <dgm:spPr/>
    </dgm:pt>
    <dgm:pt modelId="{FB906AA6-4868-4482-9E96-BE218E7C4110}" type="pres">
      <dgm:prSet presAssocID="{C077BD56-6D7B-4A0F-A397-9DCBDA7B9AB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4EC825D-2642-49C4-9329-EA2FC75598F7}" type="pres">
      <dgm:prSet presAssocID="{772324E0-5E94-4E76-8C2C-3FBC6DD5D296}" presName="spacer" presStyleCnt="0"/>
      <dgm:spPr/>
    </dgm:pt>
    <dgm:pt modelId="{7B265FD6-B3DF-4273-AB88-442E1A04C50B}" type="pres">
      <dgm:prSet presAssocID="{4C72310F-EA9F-472A-9CCC-F4F0CE9C0F8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03FF197-43D5-4421-AC99-BC079460F40A}" type="pres">
      <dgm:prSet presAssocID="{E93CFBC0-A6D8-4C86-988B-BC8EF23B1FE1}" presName="spacer" presStyleCnt="0"/>
      <dgm:spPr/>
    </dgm:pt>
    <dgm:pt modelId="{E2641A4B-2A27-4D13-8155-F5638F77B66B}" type="pres">
      <dgm:prSet presAssocID="{8C62C95A-6E30-4495-94A2-D3DCF2A7435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3EDF8B1-A5BD-4FC3-AA85-584AF2956125}" type="pres">
      <dgm:prSet presAssocID="{E9835252-980C-4FFD-BC92-CDFF6465536C}" presName="spacer" presStyleCnt="0"/>
      <dgm:spPr/>
    </dgm:pt>
    <dgm:pt modelId="{0F1DC707-BFDE-40AC-951E-FE06090A19A7}" type="pres">
      <dgm:prSet presAssocID="{0BE39208-DFF9-4460-A399-054D1666C8C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2589712-C1CF-47FC-BB0B-DBCD7D5031D5}" srcId="{060D09C6-C3D3-462A-A271-F46CF7384EA8}" destId="{8C62C95A-6E30-4495-94A2-D3DCF2A74350}" srcOrd="3" destOrd="0" parTransId="{79C2ABCF-3633-4766-9C8C-671FD7D7C13C}" sibTransId="{E9835252-980C-4FFD-BC92-CDFF6465536C}"/>
    <dgm:cxn modelId="{A4FDAC14-36FD-4457-B15B-1F1BEEBDE2A3}" type="presOf" srcId="{060D09C6-C3D3-462A-A271-F46CF7384EA8}" destId="{F3473655-BC69-471D-8C73-768B2738CCF7}" srcOrd="0" destOrd="0" presId="urn:microsoft.com/office/officeart/2005/8/layout/vList2"/>
    <dgm:cxn modelId="{3A113016-1BE7-4C70-A7DD-A69EE53C52E6}" srcId="{060D09C6-C3D3-462A-A271-F46CF7384EA8}" destId="{4C72310F-EA9F-472A-9CCC-F4F0CE9C0F80}" srcOrd="2" destOrd="0" parTransId="{12632C2A-0542-412F-B1C0-51B450430329}" sibTransId="{E93CFBC0-A6D8-4C86-988B-BC8EF23B1FE1}"/>
    <dgm:cxn modelId="{8AA6A52E-D281-4610-8FA2-C32B32FBF26D}" type="presOf" srcId="{C077BD56-6D7B-4A0F-A397-9DCBDA7B9ABB}" destId="{FB906AA6-4868-4482-9E96-BE218E7C4110}" srcOrd="0" destOrd="0" presId="urn:microsoft.com/office/officeart/2005/8/layout/vList2"/>
    <dgm:cxn modelId="{3C8CE138-A5ED-46AF-BDCD-21873CE9BAD8}" srcId="{060D09C6-C3D3-462A-A271-F46CF7384EA8}" destId="{0BE39208-DFF9-4460-A399-054D1666C8C8}" srcOrd="4" destOrd="0" parTransId="{DF92FB53-C67D-4181-A78B-5F5758D69C8D}" sibTransId="{ECB00B6A-D7F2-4E5B-AC15-D82BA6EE23EF}"/>
    <dgm:cxn modelId="{37CA954B-0BAC-4F4C-9DB4-7A7348B4A49F}" srcId="{060D09C6-C3D3-462A-A271-F46CF7384EA8}" destId="{E2F184CE-77A9-4B84-8DE9-319FC3592234}" srcOrd="0" destOrd="0" parTransId="{449E29CF-249B-467A-90E2-EAAC47F2D41F}" sibTransId="{2328F781-0580-40F6-9ACA-7A457E2AD47E}"/>
    <dgm:cxn modelId="{EFCC7186-4248-4470-86BE-ADFD2C4DCE1A}" type="presOf" srcId="{0BE39208-DFF9-4460-A399-054D1666C8C8}" destId="{0F1DC707-BFDE-40AC-951E-FE06090A19A7}" srcOrd="0" destOrd="0" presId="urn:microsoft.com/office/officeart/2005/8/layout/vList2"/>
    <dgm:cxn modelId="{05B5B8A6-6AE8-4052-A406-849E82A19E67}" type="presOf" srcId="{E2F184CE-77A9-4B84-8DE9-319FC3592234}" destId="{D33A48C5-2DC3-43CD-B859-5E78C707FC0C}" srcOrd="0" destOrd="0" presId="urn:microsoft.com/office/officeart/2005/8/layout/vList2"/>
    <dgm:cxn modelId="{9A87B4D8-1833-4090-9D57-954E759CEB18}" srcId="{060D09C6-C3D3-462A-A271-F46CF7384EA8}" destId="{C077BD56-6D7B-4A0F-A397-9DCBDA7B9ABB}" srcOrd="1" destOrd="0" parTransId="{042123BC-6E39-4555-87ED-9ED8D84E0189}" sibTransId="{772324E0-5E94-4E76-8C2C-3FBC6DD5D296}"/>
    <dgm:cxn modelId="{B49B4AEA-26EE-408B-B971-84DDC405B8C2}" type="presOf" srcId="{4C72310F-EA9F-472A-9CCC-F4F0CE9C0F80}" destId="{7B265FD6-B3DF-4273-AB88-442E1A04C50B}" srcOrd="0" destOrd="0" presId="urn:microsoft.com/office/officeart/2005/8/layout/vList2"/>
    <dgm:cxn modelId="{2CA81FF2-F989-4261-B061-6633B840DC69}" type="presOf" srcId="{8C62C95A-6E30-4495-94A2-D3DCF2A74350}" destId="{E2641A4B-2A27-4D13-8155-F5638F77B66B}" srcOrd="0" destOrd="0" presId="urn:microsoft.com/office/officeart/2005/8/layout/vList2"/>
    <dgm:cxn modelId="{DBBF7696-D5E2-4A24-BD68-31C98D6DE47B}" type="presParOf" srcId="{F3473655-BC69-471D-8C73-768B2738CCF7}" destId="{D33A48C5-2DC3-43CD-B859-5E78C707FC0C}" srcOrd="0" destOrd="0" presId="urn:microsoft.com/office/officeart/2005/8/layout/vList2"/>
    <dgm:cxn modelId="{AF1ED90A-4BE4-421C-817A-80873E56860D}" type="presParOf" srcId="{F3473655-BC69-471D-8C73-768B2738CCF7}" destId="{28181B94-3F8C-4DDE-ADF8-D10320C9CB12}" srcOrd="1" destOrd="0" presId="urn:microsoft.com/office/officeart/2005/8/layout/vList2"/>
    <dgm:cxn modelId="{0E9D8E3A-5040-4B3B-A141-80D657C1A463}" type="presParOf" srcId="{F3473655-BC69-471D-8C73-768B2738CCF7}" destId="{FB906AA6-4868-4482-9E96-BE218E7C4110}" srcOrd="2" destOrd="0" presId="urn:microsoft.com/office/officeart/2005/8/layout/vList2"/>
    <dgm:cxn modelId="{2908D845-F646-4DD1-AA01-CD9597CD8D99}" type="presParOf" srcId="{F3473655-BC69-471D-8C73-768B2738CCF7}" destId="{14EC825D-2642-49C4-9329-EA2FC75598F7}" srcOrd="3" destOrd="0" presId="urn:microsoft.com/office/officeart/2005/8/layout/vList2"/>
    <dgm:cxn modelId="{BF2AFEEC-B6DD-4E78-B53A-0D2A95C7F30F}" type="presParOf" srcId="{F3473655-BC69-471D-8C73-768B2738CCF7}" destId="{7B265FD6-B3DF-4273-AB88-442E1A04C50B}" srcOrd="4" destOrd="0" presId="urn:microsoft.com/office/officeart/2005/8/layout/vList2"/>
    <dgm:cxn modelId="{5D9C1DAE-2F90-4435-89E1-C22ACE3E3602}" type="presParOf" srcId="{F3473655-BC69-471D-8C73-768B2738CCF7}" destId="{303FF197-43D5-4421-AC99-BC079460F40A}" srcOrd="5" destOrd="0" presId="urn:microsoft.com/office/officeart/2005/8/layout/vList2"/>
    <dgm:cxn modelId="{6724F67A-D8CA-4236-B95D-FFDBA7DC4242}" type="presParOf" srcId="{F3473655-BC69-471D-8C73-768B2738CCF7}" destId="{E2641A4B-2A27-4D13-8155-F5638F77B66B}" srcOrd="6" destOrd="0" presId="urn:microsoft.com/office/officeart/2005/8/layout/vList2"/>
    <dgm:cxn modelId="{9D2E11AA-8F43-4C0E-8F7F-8107CBCD9471}" type="presParOf" srcId="{F3473655-BC69-471D-8C73-768B2738CCF7}" destId="{13EDF8B1-A5BD-4FC3-AA85-584AF2956125}" srcOrd="7" destOrd="0" presId="urn:microsoft.com/office/officeart/2005/8/layout/vList2"/>
    <dgm:cxn modelId="{61E42ADD-FD9D-44E2-87B6-C074F1BBD454}" type="presParOf" srcId="{F3473655-BC69-471D-8C73-768B2738CCF7}" destId="{0F1DC707-BFDE-40AC-951E-FE06090A19A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0C3CB9-30F4-4E6D-A780-8D7F964CD0D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5196EC9-3290-4FEC-BD3B-E9D2F8B72C06}">
      <dgm:prSet/>
      <dgm:spPr/>
      <dgm:t>
        <a:bodyPr/>
        <a:lstStyle/>
        <a:p>
          <a:r>
            <a:rPr lang="en-IN"/>
            <a:t>The project uses a </a:t>
          </a:r>
          <a:r>
            <a:rPr lang="en-IN" b="1"/>
            <a:t>hybrid approach</a:t>
          </a:r>
          <a:r>
            <a:rPr lang="en-IN"/>
            <a:t>:</a:t>
          </a:r>
        </a:p>
      </dgm:t>
    </dgm:pt>
    <dgm:pt modelId="{5B1259B4-DA3D-4630-9D9A-84E439456064}" type="parTrans" cxnId="{42C84110-303A-4E36-93C1-DDE94A5DEB87}">
      <dgm:prSet/>
      <dgm:spPr/>
      <dgm:t>
        <a:bodyPr/>
        <a:lstStyle/>
        <a:p>
          <a:endParaRPr lang="en-IN"/>
        </a:p>
      </dgm:t>
    </dgm:pt>
    <dgm:pt modelId="{8D6C5187-49A9-4E4B-B242-5974A6B7021F}" type="sibTrans" cxnId="{42C84110-303A-4E36-93C1-DDE94A5DEB87}">
      <dgm:prSet/>
      <dgm:spPr/>
      <dgm:t>
        <a:bodyPr/>
        <a:lstStyle/>
        <a:p>
          <a:endParaRPr lang="en-IN"/>
        </a:p>
      </dgm:t>
    </dgm:pt>
    <dgm:pt modelId="{4D10A167-1496-41AB-91AC-6AE339DACFE0}">
      <dgm:prSet/>
      <dgm:spPr/>
      <dgm:t>
        <a:bodyPr/>
        <a:lstStyle/>
        <a:p>
          <a:r>
            <a:rPr lang="en-IN" b="1"/>
            <a:t>Daytime:</a:t>
          </a:r>
          <a:r>
            <a:rPr lang="en-IN"/>
            <a:t> Vision‑based detection using smartphone and ML</a:t>
          </a:r>
        </a:p>
      </dgm:t>
    </dgm:pt>
    <dgm:pt modelId="{3B41D3FA-F064-4A87-B98A-75F7BE4421FB}" type="parTrans" cxnId="{D0A17B29-5D1A-4C5D-AB6F-329A900B4F53}">
      <dgm:prSet/>
      <dgm:spPr/>
      <dgm:t>
        <a:bodyPr/>
        <a:lstStyle/>
        <a:p>
          <a:endParaRPr lang="en-IN"/>
        </a:p>
      </dgm:t>
    </dgm:pt>
    <dgm:pt modelId="{3E885B17-E9A8-4BB4-9ED8-520636E91124}" type="sibTrans" cxnId="{D0A17B29-5D1A-4C5D-AB6F-329A900B4F53}">
      <dgm:prSet/>
      <dgm:spPr/>
      <dgm:t>
        <a:bodyPr/>
        <a:lstStyle/>
        <a:p>
          <a:endParaRPr lang="en-IN"/>
        </a:p>
      </dgm:t>
    </dgm:pt>
    <dgm:pt modelId="{EB16DE62-CBAD-420D-B517-67ACEB9E3CA7}">
      <dgm:prSet/>
      <dgm:spPr/>
      <dgm:t>
        <a:bodyPr/>
        <a:lstStyle/>
        <a:p>
          <a:r>
            <a:rPr lang="en-IN" b="1" dirty="0"/>
            <a:t>Nighttime:</a:t>
          </a:r>
          <a:r>
            <a:rPr lang="en-IN" dirty="0"/>
            <a:t> Sensor‑based detection using Arduino and ESP32</a:t>
          </a:r>
        </a:p>
      </dgm:t>
    </dgm:pt>
    <dgm:pt modelId="{72FDF3AF-A9D3-427E-B2E4-BE851ADE1143}" type="parTrans" cxnId="{AE89F602-A8B1-404D-9937-AFF868F654DA}">
      <dgm:prSet/>
      <dgm:spPr/>
      <dgm:t>
        <a:bodyPr/>
        <a:lstStyle/>
        <a:p>
          <a:endParaRPr lang="en-IN"/>
        </a:p>
      </dgm:t>
    </dgm:pt>
    <dgm:pt modelId="{CD3D6CD0-A0EF-4141-ACF3-90B846F8DBEB}" type="sibTrans" cxnId="{AE89F602-A8B1-404D-9937-AFF868F654DA}">
      <dgm:prSet/>
      <dgm:spPr/>
      <dgm:t>
        <a:bodyPr/>
        <a:lstStyle/>
        <a:p>
          <a:endParaRPr lang="en-IN"/>
        </a:p>
      </dgm:t>
    </dgm:pt>
    <dgm:pt modelId="{D7BAA6B4-7CFD-41A1-900C-648A7477F358}">
      <dgm:prSet/>
      <dgm:spPr/>
      <dgm:t>
        <a:bodyPr/>
        <a:lstStyle/>
        <a:p>
          <a:r>
            <a:rPr lang="en-IN" b="1"/>
            <a:t>Health Monitoring:</a:t>
          </a:r>
          <a:r>
            <a:rPr lang="en-IN"/>
            <a:t> Continuous pulse monitoring</a:t>
          </a:r>
        </a:p>
      </dgm:t>
    </dgm:pt>
    <dgm:pt modelId="{A163D3E0-F791-4AE1-AD12-E0239362FD28}" type="parTrans" cxnId="{4900F193-B086-4012-81FC-02B1E41826EB}">
      <dgm:prSet/>
      <dgm:spPr/>
      <dgm:t>
        <a:bodyPr/>
        <a:lstStyle/>
        <a:p>
          <a:endParaRPr lang="en-IN"/>
        </a:p>
      </dgm:t>
    </dgm:pt>
    <dgm:pt modelId="{2804DD76-4ADE-4E70-9815-FF540C15CBC1}" type="sibTrans" cxnId="{4900F193-B086-4012-81FC-02B1E41826EB}">
      <dgm:prSet/>
      <dgm:spPr/>
      <dgm:t>
        <a:bodyPr/>
        <a:lstStyle/>
        <a:p>
          <a:endParaRPr lang="en-IN"/>
        </a:p>
      </dgm:t>
    </dgm:pt>
    <dgm:pt modelId="{096E9D1B-E4B0-4ADE-9899-A36319D2D26C}">
      <dgm:prSet/>
      <dgm:spPr/>
      <dgm:t>
        <a:bodyPr/>
        <a:lstStyle/>
        <a:p>
          <a:r>
            <a:rPr lang="en-IN" b="1"/>
            <a:t>Cloud / Alerts:</a:t>
          </a:r>
          <a:r>
            <a:rPr lang="en-IN"/>
            <a:t> Reporting and notifications</a:t>
          </a:r>
        </a:p>
      </dgm:t>
    </dgm:pt>
    <dgm:pt modelId="{2027D89B-0930-443E-8D21-BF1DE4DDAC0D}" type="parTrans" cxnId="{03080BAF-82AE-463B-ADC2-D16D35BBFF16}">
      <dgm:prSet/>
      <dgm:spPr/>
      <dgm:t>
        <a:bodyPr/>
        <a:lstStyle/>
        <a:p>
          <a:endParaRPr lang="en-IN"/>
        </a:p>
      </dgm:t>
    </dgm:pt>
    <dgm:pt modelId="{C5523F61-4180-4F78-BA72-FC61747BE822}" type="sibTrans" cxnId="{03080BAF-82AE-463B-ADC2-D16D35BBFF16}">
      <dgm:prSet/>
      <dgm:spPr/>
      <dgm:t>
        <a:bodyPr/>
        <a:lstStyle/>
        <a:p>
          <a:endParaRPr lang="en-IN"/>
        </a:p>
      </dgm:t>
    </dgm:pt>
    <dgm:pt modelId="{F11AB9F2-49A8-4EE7-9265-7FAB74E98489}" type="pres">
      <dgm:prSet presAssocID="{130C3CB9-30F4-4E6D-A780-8D7F964CD0DF}" presName="linear" presStyleCnt="0">
        <dgm:presLayoutVars>
          <dgm:animLvl val="lvl"/>
          <dgm:resizeHandles val="exact"/>
        </dgm:presLayoutVars>
      </dgm:prSet>
      <dgm:spPr/>
    </dgm:pt>
    <dgm:pt modelId="{86D72265-EEC8-4623-AD79-6A23481FF2D7}" type="pres">
      <dgm:prSet presAssocID="{A5196EC9-3290-4FEC-BD3B-E9D2F8B72C0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426A6DF-5D53-4C01-A2C7-5F631C8EFDC6}" type="pres">
      <dgm:prSet presAssocID="{8D6C5187-49A9-4E4B-B242-5974A6B7021F}" presName="spacer" presStyleCnt="0"/>
      <dgm:spPr/>
    </dgm:pt>
    <dgm:pt modelId="{CA83AFE6-5F6D-4EC7-AFCC-894BC490E8A3}" type="pres">
      <dgm:prSet presAssocID="{4D10A167-1496-41AB-91AC-6AE339DACFE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04ECE7E-625E-4D55-BAB4-B096DF7046B3}" type="pres">
      <dgm:prSet presAssocID="{3E885B17-E9A8-4BB4-9ED8-520636E91124}" presName="spacer" presStyleCnt="0"/>
      <dgm:spPr/>
    </dgm:pt>
    <dgm:pt modelId="{1A881472-E617-4678-9C30-4706B5ADE18B}" type="pres">
      <dgm:prSet presAssocID="{EB16DE62-CBAD-420D-B517-67ACEB9E3CA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B766256-9A7E-4631-8A65-94E75D6654B0}" type="pres">
      <dgm:prSet presAssocID="{CD3D6CD0-A0EF-4141-ACF3-90B846F8DBEB}" presName="spacer" presStyleCnt="0"/>
      <dgm:spPr/>
    </dgm:pt>
    <dgm:pt modelId="{E6A275F8-DFF8-40EE-B36D-68C3001FBF0E}" type="pres">
      <dgm:prSet presAssocID="{D7BAA6B4-7CFD-41A1-900C-648A7477F35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F4532A2-4FF2-4D05-990C-A464E4B465B3}" type="pres">
      <dgm:prSet presAssocID="{2804DD76-4ADE-4E70-9815-FF540C15CBC1}" presName="spacer" presStyleCnt="0"/>
      <dgm:spPr/>
    </dgm:pt>
    <dgm:pt modelId="{44D9C1A9-35F4-43D7-AA54-93182CAF19AE}" type="pres">
      <dgm:prSet presAssocID="{096E9D1B-E4B0-4ADE-9899-A36319D2D26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E89F602-A8B1-404D-9937-AFF868F654DA}" srcId="{130C3CB9-30F4-4E6D-A780-8D7F964CD0DF}" destId="{EB16DE62-CBAD-420D-B517-67ACEB9E3CA7}" srcOrd="2" destOrd="0" parTransId="{72FDF3AF-A9D3-427E-B2E4-BE851ADE1143}" sibTransId="{CD3D6CD0-A0EF-4141-ACF3-90B846F8DBEB}"/>
    <dgm:cxn modelId="{42C84110-303A-4E36-93C1-DDE94A5DEB87}" srcId="{130C3CB9-30F4-4E6D-A780-8D7F964CD0DF}" destId="{A5196EC9-3290-4FEC-BD3B-E9D2F8B72C06}" srcOrd="0" destOrd="0" parTransId="{5B1259B4-DA3D-4630-9D9A-84E439456064}" sibTransId="{8D6C5187-49A9-4E4B-B242-5974A6B7021F}"/>
    <dgm:cxn modelId="{CA18EE15-1445-4FE9-9F9E-3DF2A6524F0C}" type="presOf" srcId="{D7BAA6B4-7CFD-41A1-900C-648A7477F358}" destId="{E6A275F8-DFF8-40EE-B36D-68C3001FBF0E}" srcOrd="0" destOrd="0" presId="urn:microsoft.com/office/officeart/2005/8/layout/vList2"/>
    <dgm:cxn modelId="{66E08218-4CD5-4B7F-AD0E-AE7BAE0EBAF5}" type="presOf" srcId="{096E9D1B-E4B0-4ADE-9899-A36319D2D26C}" destId="{44D9C1A9-35F4-43D7-AA54-93182CAF19AE}" srcOrd="0" destOrd="0" presId="urn:microsoft.com/office/officeart/2005/8/layout/vList2"/>
    <dgm:cxn modelId="{6410D522-C8F3-4A20-9F86-892B5AD07105}" type="presOf" srcId="{4D10A167-1496-41AB-91AC-6AE339DACFE0}" destId="{CA83AFE6-5F6D-4EC7-AFCC-894BC490E8A3}" srcOrd="0" destOrd="0" presId="urn:microsoft.com/office/officeart/2005/8/layout/vList2"/>
    <dgm:cxn modelId="{D0A17B29-5D1A-4C5D-AB6F-329A900B4F53}" srcId="{130C3CB9-30F4-4E6D-A780-8D7F964CD0DF}" destId="{4D10A167-1496-41AB-91AC-6AE339DACFE0}" srcOrd="1" destOrd="0" parTransId="{3B41D3FA-F064-4A87-B98A-75F7BE4421FB}" sibTransId="{3E885B17-E9A8-4BB4-9ED8-520636E91124}"/>
    <dgm:cxn modelId="{6CDF8B4C-346C-4BE6-B559-F88A26126AAA}" type="presOf" srcId="{130C3CB9-30F4-4E6D-A780-8D7F964CD0DF}" destId="{F11AB9F2-49A8-4EE7-9265-7FAB74E98489}" srcOrd="0" destOrd="0" presId="urn:microsoft.com/office/officeart/2005/8/layout/vList2"/>
    <dgm:cxn modelId="{104FFA50-40F8-4750-AD69-484F60FA687E}" type="presOf" srcId="{EB16DE62-CBAD-420D-B517-67ACEB9E3CA7}" destId="{1A881472-E617-4678-9C30-4706B5ADE18B}" srcOrd="0" destOrd="0" presId="urn:microsoft.com/office/officeart/2005/8/layout/vList2"/>
    <dgm:cxn modelId="{D69D3187-0931-4B82-B846-FCC17F5723CA}" type="presOf" srcId="{A5196EC9-3290-4FEC-BD3B-E9D2F8B72C06}" destId="{86D72265-EEC8-4623-AD79-6A23481FF2D7}" srcOrd="0" destOrd="0" presId="urn:microsoft.com/office/officeart/2005/8/layout/vList2"/>
    <dgm:cxn modelId="{4900F193-B086-4012-81FC-02B1E41826EB}" srcId="{130C3CB9-30F4-4E6D-A780-8D7F964CD0DF}" destId="{D7BAA6B4-7CFD-41A1-900C-648A7477F358}" srcOrd="3" destOrd="0" parTransId="{A163D3E0-F791-4AE1-AD12-E0239362FD28}" sibTransId="{2804DD76-4ADE-4E70-9815-FF540C15CBC1}"/>
    <dgm:cxn modelId="{03080BAF-82AE-463B-ADC2-D16D35BBFF16}" srcId="{130C3CB9-30F4-4E6D-A780-8D7F964CD0DF}" destId="{096E9D1B-E4B0-4ADE-9899-A36319D2D26C}" srcOrd="4" destOrd="0" parTransId="{2027D89B-0930-443E-8D21-BF1DE4DDAC0D}" sibTransId="{C5523F61-4180-4F78-BA72-FC61747BE822}"/>
    <dgm:cxn modelId="{89B5BDA1-E541-482D-B57E-752091FCEC2A}" type="presParOf" srcId="{F11AB9F2-49A8-4EE7-9265-7FAB74E98489}" destId="{86D72265-EEC8-4623-AD79-6A23481FF2D7}" srcOrd="0" destOrd="0" presId="urn:microsoft.com/office/officeart/2005/8/layout/vList2"/>
    <dgm:cxn modelId="{32AEF5D4-4F2D-41DA-B022-881CCC8D4132}" type="presParOf" srcId="{F11AB9F2-49A8-4EE7-9265-7FAB74E98489}" destId="{7426A6DF-5D53-4C01-A2C7-5F631C8EFDC6}" srcOrd="1" destOrd="0" presId="urn:microsoft.com/office/officeart/2005/8/layout/vList2"/>
    <dgm:cxn modelId="{2E78A5E1-FE5C-4D0A-96E8-C7C6D7124C16}" type="presParOf" srcId="{F11AB9F2-49A8-4EE7-9265-7FAB74E98489}" destId="{CA83AFE6-5F6D-4EC7-AFCC-894BC490E8A3}" srcOrd="2" destOrd="0" presId="urn:microsoft.com/office/officeart/2005/8/layout/vList2"/>
    <dgm:cxn modelId="{D5EACA43-0361-4FB1-BD9C-2D3C120C1CFA}" type="presParOf" srcId="{F11AB9F2-49A8-4EE7-9265-7FAB74E98489}" destId="{904ECE7E-625E-4D55-BAB4-B096DF7046B3}" srcOrd="3" destOrd="0" presId="urn:microsoft.com/office/officeart/2005/8/layout/vList2"/>
    <dgm:cxn modelId="{7C773ACD-C1BB-403A-AC78-84A5D75C3784}" type="presParOf" srcId="{F11AB9F2-49A8-4EE7-9265-7FAB74E98489}" destId="{1A881472-E617-4678-9C30-4706B5ADE18B}" srcOrd="4" destOrd="0" presId="urn:microsoft.com/office/officeart/2005/8/layout/vList2"/>
    <dgm:cxn modelId="{12F6FDA0-0C9D-4D48-B28F-EC6A9FAA8CAE}" type="presParOf" srcId="{F11AB9F2-49A8-4EE7-9265-7FAB74E98489}" destId="{AB766256-9A7E-4631-8A65-94E75D6654B0}" srcOrd="5" destOrd="0" presId="urn:microsoft.com/office/officeart/2005/8/layout/vList2"/>
    <dgm:cxn modelId="{AFAA9576-3143-4CF4-B40C-111AD26ECB34}" type="presParOf" srcId="{F11AB9F2-49A8-4EE7-9265-7FAB74E98489}" destId="{E6A275F8-DFF8-40EE-B36D-68C3001FBF0E}" srcOrd="6" destOrd="0" presId="urn:microsoft.com/office/officeart/2005/8/layout/vList2"/>
    <dgm:cxn modelId="{7703AFC7-3DB9-4FB2-951D-B5D96E790B08}" type="presParOf" srcId="{F11AB9F2-49A8-4EE7-9265-7FAB74E98489}" destId="{2F4532A2-4FF2-4D05-990C-A464E4B465B3}" srcOrd="7" destOrd="0" presId="urn:microsoft.com/office/officeart/2005/8/layout/vList2"/>
    <dgm:cxn modelId="{E1C4B8DE-AEA4-4B3C-8A96-E6AB5B0D62AB}" type="presParOf" srcId="{F11AB9F2-49A8-4EE7-9265-7FAB74E98489}" destId="{44D9C1A9-35F4-43D7-AA54-93182CAF19A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FBEF08-70A3-4880-AAF8-C518A174F6F8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86DD90A-5253-44CD-AE31-EE484777A7B6}">
      <dgm:prSet custT="1"/>
      <dgm:spPr/>
      <dgm:t>
        <a:bodyPr/>
        <a:lstStyle/>
        <a:p>
          <a:r>
            <a:rPr lang="en-IN" sz="1200" dirty="0"/>
            <a:t>Problem identification</a:t>
          </a:r>
        </a:p>
      </dgm:t>
    </dgm:pt>
    <dgm:pt modelId="{04EFDDE4-E198-43F3-A90F-E75644DA0B38}" type="parTrans" cxnId="{2B22F15F-2C8A-45B0-B23C-C7E7B0FCD0CF}">
      <dgm:prSet/>
      <dgm:spPr/>
      <dgm:t>
        <a:bodyPr/>
        <a:lstStyle/>
        <a:p>
          <a:endParaRPr lang="en-IN" sz="1800"/>
        </a:p>
      </dgm:t>
    </dgm:pt>
    <dgm:pt modelId="{E6138F7D-74F8-4EEF-B19E-2CF65644665A}" type="sibTrans" cxnId="{2B22F15F-2C8A-45B0-B23C-C7E7B0FCD0CF}">
      <dgm:prSet/>
      <dgm:spPr/>
      <dgm:t>
        <a:bodyPr/>
        <a:lstStyle/>
        <a:p>
          <a:endParaRPr lang="en-IN" sz="1800"/>
        </a:p>
      </dgm:t>
    </dgm:pt>
    <dgm:pt modelId="{0CC49820-38ED-4B36-B9E6-A749EDDB3A06}">
      <dgm:prSet custT="1"/>
      <dgm:spPr/>
      <dgm:t>
        <a:bodyPr/>
        <a:lstStyle/>
        <a:p>
          <a:r>
            <a:rPr lang="en-IN" sz="1200" dirty="0"/>
            <a:t>Requirement analysis</a:t>
          </a:r>
        </a:p>
      </dgm:t>
    </dgm:pt>
    <dgm:pt modelId="{AC87B558-5B61-4EA8-BAB8-FE73A3BEC61B}" type="parTrans" cxnId="{08D04CD4-7B17-4F2A-BB49-B67F675F575B}">
      <dgm:prSet/>
      <dgm:spPr/>
      <dgm:t>
        <a:bodyPr/>
        <a:lstStyle/>
        <a:p>
          <a:endParaRPr lang="en-IN" sz="1800"/>
        </a:p>
      </dgm:t>
    </dgm:pt>
    <dgm:pt modelId="{6093DD35-BA96-4A3B-8628-14E0BED226CC}" type="sibTrans" cxnId="{08D04CD4-7B17-4F2A-BB49-B67F675F575B}">
      <dgm:prSet/>
      <dgm:spPr/>
      <dgm:t>
        <a:bodyPr/>
        <a:lstStyle/>
        <a:p>
          <a:endParaRPr lang="en-IN" sz="1800"/>
        </a:p>
      </dgm:t>
    </dgm:pt>
    <dgm:pt modelId="{DA0F13C8-3085-41AD-A30E-347825820F18}">
      <dgm:prSet custT="1"/>
      <dgm:spPr/>
      <dgm:t>
        <a:bodyPr/>
        <a:lstStyle/>
        <a:p>
          <a:r>
            <a:rPr lang="en-IN" sz="1200"/>
            <a:t>Hardware selection</a:t>
          </a:r>
        </a:p>
      </dgm:t>
    </dgm:pt>
    <dgm:pt modelId="{C31F8817-CA1A-42A9-A539-7D513C900D2C}" type="parTrans" cxnId="{5F5CE07C-E04D-4EB6-9471-B77FFC6875DC}">
      <dgm:prSet/>
      <dgm:spPr/>
      <dgm:t>
        <a:bodyPr/>
        <a:lstStyle/>
        <a:p>
          <a:endParaRPr lang="en-IN" sz="1800"/>
        </a:p>
      </dgm:t>
    </dgm:pt>
    <dgm:pt modelId="{78DAD13D-CA51-4A57-AFEA-B52A9492C347}" type="sibTrans" cxnId="{5F5CE07C-E04D-4EB6-9471-B77FFC6875DC}">
      <dgm:prSet/>
      <dgm:spPr/>
      <dgm:t>
        <a:bodyPr/>
        <a:lstStyle/>
        <a:p>
          <a:endParaRPr lang="en-IN" sz="1800"/>
        </a:p>
      </dgm:t>
    </dgm:pt>
    <dgm:pt modelId="{96ADD4F3-4E1E-43EB-A439-0A02BA10E312}">
      <dgm:prSet custT="1"/>
      <dgm:spPr/>
      <dgm:t>
        <a:bodyPr/>
        <a:lstStyle/>
        <a:p>
          <a:r>
            <a:rPr lang="en-IN" sz="1200"/>
            <a:t>Sensor interfacing</a:t>
          </a:r>
        </a:p>
      </dgm:t>
    </dgm:pt>
    <dgm:pt modelId="{AA36C3B0-38B1-4420-A3A5-6BA391F1D749}" type="parTrans" cxnId="{5D22F0E8-13E8-4A02-9792-DBAEA3ECACE3}">
      <dgm:prSet/>
      <dgm:spPr/>
      <dgm:t>
        <a:bodyPr/>
        <a:lstStyle/>
        <a:p>
          <a:endParaRPr lang="en-IN" sz="1800"/>
        </a:p>
      </dgm:t>
    </dgm:pt>
    <dgm:pt modelId="{E5F0181E-BAE3-4DF4-AC4E-F5016665ED2B}" type="sibTrans" cxnId="{5D22F0E8-13E8-4A02-9792-DBAEA3ECACE3}">
      <dgm:prSet/>
      <dgm:spPr/>
      <dgm:t>
        <a:bodyPr/>
        <a:lstStyle/>
        <a:p>
          <a:endParaRPr lang="en-IN" sz="1800"/>
        </a:p>
      </dgm:t>
    </dgm:pt>
    <dgm:pt modelId="{F767A42D-FA7A-47F1-990C-17555CA3BCCB}">
      <dgm:prSet custT="1"/>
      <dgm:spPr/>
      <dgm:t>
        <a:bodyPr/>
        <a:lstStyle/>
        <a:p>
          <a:r>
            <a:rPr lang="en-IN" sz="1200"/>
            <a:t>Mobile ML integration</a:t>
          </a:r>
        </a:p>
      </dgm:t>
    </dgm:pt>
    <dgm:pt modelId="{6729C369-FBED-4A5C-AA4C-71A318B742F0}" type="parTrans" cxnId="{D3BC4A0E-EC09-4924-B549-97A37F88D753}">
      <dgm:prSet/>
      <dgm:spPr/>
      <dgm:t>
        <a:bodyPr/>
        <a:lstStyle/>
        <a:p>
          <a:endParaRPr lang="en-IN" sz="1800"/>
        </a:p>
      </dgm:t>
    </dgm:pt>
    <dgm:pt modelId="{30294007-F6EC-4FFB-8372-294962AF66DD}" type="sibTrans" cxnId="{D3BC4A0E-EC09-4924-B549-97A37F88D753}">
      <dgm:prSet/>
      <dgm:spPr/>
      <dgm:t>
        <a:bodyPr/>
        <a:lstStyle/>
        <a:p>
          <a:endParaRPr lang="en-IN" sz="1800"/>
        </a:p>
      </dgm:t>
    </dgm:pt>
    <dgm:pt modelId="{05EB3149-4CFC-420C-9E9A-561E7F6E096F}">
      <dgm:prSet custT="1"/>
      <dgm:spPr/>
      <dgm:t>
        <a:bodyPr/>
        <a:lstStyle/>
        <a:p>
          <a:r>
            <a:rPr lang="en-IN" sz="1200"/>
            <a:t>Cloud &amp; alert setup</a:t>
          </a:r>
        </a:p>
      </dgm:t>
    </dgm:pt>
    <dgm:pt modelId="{0D973C72-CA2B-4835-A7D0-D87CD3AC82C0}" type="parTrans" cxnId="{3779A813-9F61-47BE-A4A3-01B530A0AB32}">
      <dgm:prSet/>
      <dgm:spPr/>
      <dgm:t>
        <a:bodyPr/>
        <a:lstStyle/>
        <a:p>
          <a:endParaRPr lang="en-IN" sz="1800"/>
        </a:p>
      </dgm:t>
    </dgm:pt>
    <dgm:pt modelId="{900C4B01-1B8B-4FB7-9366-EFA1D87F609D}" type="sibTrans" cxnId="{3779A813-9F61-47BE-A4A3-01B530A0AB32}">
      <dgm:prSet/>
      <dgm:spPr/>
      <dgm:t>
        <a:bodyPr/>
        <a:lstStyle/>
        <a:p>
          <a:endParaRPr lang="en-IN" sz="1800"/>
        </a:p>
      </dgm:t>
    </dgm:pt>
    <dgm:pt modelId="{AA4B3279-1B73-4C60-9246-D0AACBBFA4A0}">
      <dgm:prSet custT="1"/>
      <dgm:spPr/>
      <dgm:t>
        <a:bodyPr/>
        <a:lstStyle/>
        <a:p>
          <a:r>
            <a:rPr lang="en-IN" sz="1200"/>
            <a:t>Testing and validation</a:t>
          </a:r>
        </a:p>
      </dgm:t>
    </dgm:pt>
    <dgm:pt modelId="{E9C24C88-5FBC-4D0E-A885-69618CD21109}" type="parTrans" cxnId="{470A0A53-1A75-4C68-917B-BA9E4434C848}">
      <dgm:prSet/>
      <dgm:spPr/>
      <dgm:t>
        <a:bodyPr/>
        <a:lstStyle/>
        <a:p>
          <a:endParaRPr lang="en-IN" sz="1800"/>
        </a:p>
      </dgm:t>
    </dgm:pt>
    <dgm:pt modelId="{BAF87306-AF30-4FB9-962B-B6CD36FB7835}" type="sibTrans" cxnId="{470A0A53-1A75-4C68-917B-BA9E4434C848}">
      <dgm:prSet/>
      <dgm:spPr/>
      <dgm:t>
        <a:bodyPr/>
        <a:lstStyle/>
        <a:p>
          <a:endParaRPr lang="en-IN" sz="1800"/>
        </a:p>
      </dgm:t>
    </dgm:pt>
    <dgm:pt modelId="{8E7929EC-E760-4147-8E88-C7CEB25C6C69}">
      <dgm:prSet custT="1"/>
      <dgm:spPr/>
      <dgm:t>
        <a:bodyPr/>
        <a:lstStyle/>
        <a:p>
          <a:r>
            <a:rPr lang="en-IN" sz="1200"/>
            <a:t>Final demonstration</a:t>
          </a:r>
        </a:p>
      </dgm:t>
    </dgm:pt>
    <dgm:pt modelId="{7CE2DAB2-61E0-421B-B558-24DEE627B9A7}" type="parTrans" cxnId="{06793375-18C8-4DDE-92CF-4D79C8C2A350}">
      <dgm:prSet/>
      <dgm:spPr/>
      <dgm:t>
        <a:bodyPr/>
        <a:lstStyle/>
        <a:p>
          <a:endParaRPr lang="en-IN" sz="1800"/>
        </a:p>
      </dgm:t>
    </dgm:pt>
    <dgm:pt modelId="{69A5E523-F0E8-4DFB-A514-BC2F5B011226}" type="sibTrans" cxnId="{06793375-18C8-4DDE-92CF-4D79C8C2A350}">
      <dgm:prSet/>
      <dgm:spPr/>
      <dgm:t>
        <a:bodyPr/>
        <a:lstStyle/>
        <a:p>
          <a:endParaRPr lang="en-IN" sz="1800"/>
        </a:p>
      </dgm:t>
    </dgm:pt>
    <dgm:pt modelId="{25658A39-AD32-4449-BFB1-2AA8185A764F}" type="pres">
      <dgm:prSet presAssocID="{3AFBEF08-70A3-4880-AAF8-C518A174F6F8}" presName="Name0" presStyleCnt="0">
        <dgm:presLayoutVars>
          <dgm:dir/>
          <dgm:resizeHandles val="exact"/>
        </dgm:presLayoutVars>
      </dgm:prSet>
      <dgm:spPr/>
    </dgm:pt>
    <dgm:pt modelId="{76DBB055-7F0B-4170-AD05-A8EA12EC82A8}" type="pres">
      <dgm:prSet presAssocID="{3AFBEF08-70A3-4880-AAF8-C518A174F6F8}" presName="arrow" presStyleLbl="bgShp" presStyleIdx="0" presStyleCnt="1"/>
      <dgm:spPr/>
    </dgm:pt>
    <dgm:pt modelId="{437E78DE-03B3-4176-9A72-B7BFE7581A89}" type="pres">
      <dgm:prSet presAssocID="{3AFBEF08-70A3-4880-AAF8-C518A174F6F8}" presName="points" presStyleCnt="0"/>
      <dgm:spPr/>
    </dgm:pt>
    <dgm:pt modelId="{68426557-9451-4357-9B70-A87A80C393A2}" type="pres">
      <dgm:prSet presAssocID="{386DD90A-5253-44CD-AE31-EE484777A7B6}" presName="compositeA" presStyleCnt="0"/>
      <dgm:spPr/>
    </dgm:pt>
    <dgm:pt modelId="{D3222F5C-F113-4C4B-8493-E5BF311E01A9}" type="pres">
      <dgm:prSet presAssocID="{386DD90A-5253-44CD-AE31-EE484777A7B6}" presName="textA" presStyleLbl="revTx" presStyleIdx="0" presStyleCnt="8">
        <dgm:presLayoutVars>
          <dgm:bulletEnabled val="1"/>
        </dgm:presLayoutVars>
      </dgm:prSet>
      <dgm:spPr/>
    </dgm:pt>
    <dgm:pt modelId="{097DF046-C9AB-4226-9BE0-C2B057023FC2}" type="pres">
      <dgm:prSet presAssocID="{386DD90A-5253-44CD-AE31-EE484777A7B6}" presName="circleA" presStyleLbl="node1" presStyleIdx="0" presStyleCnt="8"/>
      <dgm:spPr/>
    </dgm:pt>
    <dgm:pt modelId="{2CE25216-0EFF-4115-AFE7-A3BBDD7F88F0}" type="pres">
      <dgm:prSet presAssocID="{386DD90A-5253-44CD-AE31-EE484777A7B6}" presName="spaceA" presStyleCnt="0"/>
      <dgm:spPr/>
    </dgm:pt>
    <dgm:pt modelId="{6BC0D5E0-5F67-4E76-B34E-9CC11520C205}" type="pres">
      <dgm:prSet presAssocID="{E6138F7D-74F8-4EEF-B19E-2CF65644665A}" presName="space" presStyleCnt="0"/>
      <dgm:spPr/>
    </dgm:pt>
    <dgm:pt modelId="{4665C8D1-18E4-46A4-A596-A55BCCD2AB36}" type="pres">
      <dgm:prSet presAssocID="{0CC49820-38ED-4B36-B9E6-A749EDDB3A06}" presName="compositeB" presStyleCnt="0"/>
      <dgm:spPr/>
    </dgm:pt>
    <dgm:pt modelId="{06E5FEB7-5E45-4D65-BA57-19308C04122F}" type="pres">
      <dgm:prSet presAssocID="{0CC49820-38ED-4B36-B9E6-A749EDDB3A06}" presName="textB" presStyleLbl="revTx" presStyleIdx="1" presStyleCnt="8">
        <dgm:presLayoutVars>
          <dgm:bulletEnabled val="1"/>
        </dgm:presLayoutVars>
      </dgm:prSet>
      <dgm:spPr/>
    </dgm:pt>
    <dgm:pt modelId="{51A4BC2F-FF7C-4215-AC5F-91F4E7631420}" type="pres">
      <dgm:prSet presAssocID="{0CC49820-38ED-4B36-B9E6-A749EDDB3A06}" presName="circleB" presStyleLbl="node1" presStyleIdx="1" presStyleCnt="8"/>
      <dgm:spPr/>
    </dgm:pt>
    <dgm:pt modelId="{DADA3C2F-6B01-4B74-882A-B98D544A5A1E}" type="pres">
      <dgm:prSet presAssocID="{0CC49820-38ED-4B36-B9E6-A749EDDB3A06}" presName="spaceB" presStyleCnt="0"/>
      <dgm:spPr/>
    </dgm:pt>
    <dgm:pt modelId="{F18F12B9-EAA5-4D7C-9547-323580850B0A}" type="pres">
      <dgm:prSet presAssocID="{6093DD35-BA96-4A3B-8628-14E0BED226CC}" presName="space" presStyleCnt="0"/>
      <dgm:spPr/>
    </dgm:pt>
    <dgm:pt modelId="{FDE1A1B1-4A87-43F2-900C-428E88B82491}" type="pres">
      <dgm:prSet presAssocID="{DA0F13C8-3085-41AD-A30E-347825820F18}" presName="compositeA" presStyleCnt="0"/>
      <dgm:spPr/>
    </dgm:pt>
    <dgm:pt modelId="{A85402FA-04CD-41A4-84A4-38C785365EAF}" type="pres">
      <dgm:prSet presAssocID="{DA0F13C8-3085-41AD-A30E-347825820F18}" presName="textA" presStyleLbl="revTx" presStyleIdx="2" presStyleCnt="8">
        <dgm:presLayoutVars>
          <dgm:bulletEnabled val="1"/>
        </dgm:presLayoutVars>
      </dgm:prSet>
      <dgm:spPr/>
    </dgm:pt>
    <dgm:pt modelId="{0E9D4D43-6C61-4FE3-8D8F-F3622023451F}" type="pres">
      <dgm:prSet presAssocID="{DA0F13C8-3085-41AD-A30E-347825820F18}" presName="circleA" presStyleLbl="node1" presStyleIdx="2" presStyleCnt="8"/>
      <dgm:spPr/>
    </dgm:pt>
    <dgm:pt modelId="{AD07A126-F2AC-450D-B9F1-85E264C58A5F}" type="pres">
      <dgm:prSet presAssocID="{DA0F13C8-3085-41AD-A30E-347825820F18}" presName="spaceA" presStyleCnt="0"/>
      <dgm:spPr/>
    </dgm:pt>
    <dgm:pt modelId="{3B818B47-AA9E-4F85-8FCC-9D63A20B7BC8}" type="pres">
      <dgm:prSet presAssocID="{78DAD13D-CA51-4A57-AFEA-B52A9492C347}" presName="space" presStyleCnt="0"/>
      <dgm:spPr/>
    </dgm:pt>
    <dgm:pt modelId="{EA6E3EE3-EC67-4C22-9724-26EDBD7BE929}" type="pres">
      <dgm:prSet presAssocID="{96ADD4F3-4E1E-43EB-A439-0A02BA10E312}" presName="compositeB" presStyleCnt="0"/>
      <dgm:spPr/>
    </dgm:pt>
    <dgm:pt modelId="{47BFBC47-CD37-4A7F-81B8-7EE8CF2B05EC}" type="pres">
      <dgm:prSet presAssocID="{96ADD4F3-4E1E-43EB-A439-0A02BA10E312}" presName="textB" presStyleLbl="revTx" presStyleIdx="3" presStyleCnt="8">
        <dgm:presLayoutVars>
          <dgm:bulletEnabled val="1"/>
        </dgm:presLayoutVars>
      </dgm:prSet>
      <dgm:spPr/>
    </dgm:pt>
    <dgm:pt modelId="{942CEA68-8823-4BCA-902C-FB11889E8D6B}" type="pres">
      <dgm:prSet presAssocID="{96ADD4F3-4E1E-43EB-A439-0A02BA10E312}" presName="circleB" presStyleLbl="node1" presStyleIdx="3" presStyleCnt="8"/>
      <dgm:spPr/>
    </dgm:pt>
    <dgm:pt modelId="{0904CDCD-3623-4B56-BD5C-F0CD49AD6045}" type="pres">
      <dgm:prSet presAssocID="{96ADD4F3-4E1E-43EB-A439-0A02BA10E312}" presName="spaceB" presStyleCnt="0"/>
      <dgm:spPr/>
    </dgm:pt>
    <dgm:pt modelId="{F8CB54CB-37DE-475E-BBBD-1B53223057AE}" type="pres">
      <dgm:prSet presAssocID="{E5F0181E-BAE3-4DF4-AC4E-F5016665ED2B}" presName="space" presStyleCnt="0"/>
      <dgm:spPr/>
    </dgm:pt>
    <dgm:pt modelId="{84F12156-E1E6-449D-ACB5-2AC1A83554FF}" type="pres">
      <dgm:prSet presAssocID="{F767A42D-FA7A-47F1-990C-17555CA3BCCB}" presName="compositeA" presStyleCnt="0"/>
      <dgm:spPr/>
    </dgm:pt>
    <dgm:pt modelId="{31136C0D-C8C4-48F9-9430-1023389B4A4B}" type="pres">
      <dgm:prSet presAssocID="{F767A42D-FA7A-47F1-990C-17555CA3BCCB}" presName="textA" presStyleLbl="revTx" presStyleIdx="4" presStyleCnt="8">
        <dgm:presLayoutVars>
          <dgm:bulletEnabled val="1"/>
        </dgm:presLayoutVars>
      </dgm:prSet>
      <dgm:spPr/>
    </dgm:pt>
    <dgm:pt modelId="{AC370D49-ED16-4DE9-9C0A-60EB009E170D}" type="pres">
      <dgm:prSet presAssocID="{F767A42D-FA7A-47F1-990C-17555CA3BCCB}" presName="circleA" presStyleLbl="node1" presStyleIdx="4" presStyleCnt="8"/>
      <dgm:spPr/>
    </dgm:pt>
    <dgm:pt modelId="{9592FC1D-0484-4A18-B4D3-07095FD9C79B}" type="pres">
      <dgm:prSet presAssocID="{F767A42D-FA7A-47F1-990C-17555CA3BCCB}" presName="spaceA" presStyleCnt="0"/>
      <dgm:spPr/>
    </dgm:pt>
    <dgm:pt modelId="{D0276434-D00E-4850-8A29-F83203685A0A}" type="pres">
      <dgm:prSet presAssocID="{30294007-F6EC-4FFB-8372-294962AF66DD}" presName="space" presStyleCnt="0"/>
      <dgm:spPr/>
    </dgm:pt>
    <dgm:pt modelId="{20B9E079-2641-405B-96C8-51576870A805}" type="pres">
      <dgm:prSet presAssocID="{05EB3149-4CFC-420C-9E9A-561E7F6E096F}" presName="compositeB" presStyleCnt="0"/>
      <dgm:spPr/>
    </dgm:pt>
    <dgm:pt modelId="{A4C05B71-87C7-4F4B-BD0F-A60D6FD6D1B3}" type="pres">
      <dgm:prSet presAssocID="{05EB3149-4CFC-420C-9E9A-561E7F6E096F}" presName="textB" presStyleLbl="revTx" presStyleIdx="5" presStyleCnt="8">
        <dgm:presLayoutVars>
          <dgm:bulletEnabled val="1"/>
        </dgm:presLayoutVars>
      </dgm:prSet>
      <dgm:spPr/>
    </dgm:pt>
    <dgm:pt modelId="{4CFBA4E6-5138-4C4F-BACE-0EEF604D5D26}" type="pres">
      <dgm:prSet presAssocID="{05EB3149-4CFC-420C-9E9A-561E7F6E096F}" presName="circleB" presStyleLbl="node1" presStyleIdx="5" presStyleCnt="8"/>
      <dgm:spPr/>
    </dgm:pt>
    <dgm:pt modelId="{DDD17C8D-1A23-4143-B24B-BE7F7EB6F350}" type="pres">
      <dgm:prSet presAssocID="{05EB3149-4CFC-420C-9E9A-561E7F6E096F}" presName="spaceB" presStyleCnt="0"/>
      <dgm:spPr/>
    </dgm:pt>
    <dgm:pt modelId="{818AEEF7-3BDF-4C9F-8609-02ABE7AB4D03}" type="pres">
      <dgm:prSet presAssocID="{900C4B01-1B8B-4FB7-9366-EFA1D87F609D}" presName="space" presStyleCnt="0"/>
      <dgm:spPr/>
    </dgm:pt>
    <dgm:pt modelId="{57E80D70-96A2-444E-89C3-BAD277BAB43A}" type="pres">
      <dgm:prSet presAssocID="{AA4B3279-1B73-4C60-9246-D0AACBBFA4A0}" presName="compositeA" presStyleCnt="0"/>
      <dgm:spPr/>
    </dgm:pt>
    <dgm:pt modelId="{BCA782FC-141E-401A-A15D-74EBF352615C}" type="pres">
      <dgm:prSet presAssocID="{AA4B3279-1B73-4C60-9246-D0AACBBFA4A0}" presName="textA" presStyleLbl="revTx" presStyleIdx="6" presStyleCnt="8">
        <dgm:presLayoutVars>
          <dgm:bulletEnabled val="1"/>
        </dgm:presLayoutVars>
      </dgm:prSet>
      <dgm:spPr/>
    </dgm:pt>
    <dgm:pt modelId="{124A00EA-A3D0-4FC1-AD5E-17C3304AF4A2}" type="pres">
      <dgm:prSet presAssocID="{AA4B3279-1B73-4C60-9246-D0AACBBFA4A0}" presName="circleA" presStyleLbl="node1" presStyleIdx="6" presStyleCnt="8"/>
      <dgm:spPr/>
    </dgm:pt>
    <dgm:pt modelId="{4C660271-BD0D-4B11-B7F4-99DFFE06C9F9}" type="pres">
      <dgm:prSet presAssocID="{AA4B3279-1B73-4C60-9246-D0AACBBFA4A0}" presName="spaceA" presStyleCnt="0"/>
      <dgm:spPr/>
    </dgm:pt>
    <dgm:pt modelId="{5F44B200-CD6A-415B-8F5A-C62E3CEB365A}" type="pres">
      <dgm:prSet presAssocID="{BAF87306-AF30-4FB9-962B-B6CD36FB7835}" presName="space" presStyleCnt="0"/>
      <dgm:spPr/>
    </dgm:pt>
    <dgm:pt modelId="{D88D6A01-B184-4B50-92AC-11CD53BA301B}" type="pres">
      <dgm:prSet presAssocID="{8E7929EC-E760-4147-8E88-C7CEB25C6C69}" presName="compositeB" presStyleCnt="0"/>
      <dgm:spPr/>
    </dgm:pt>
    <dgm:pt modelId="{F72A2ABD-CC34-4A24-B94A-EC22E66B2B85}" type="pres">
      <dgm:prSet presAssocID="{8E7929EC-E760-4147-8E88-C7CEB25C6C69}" presName="textB" presStyleLbl="revTx" presStyleIdx="7" presStyleCnt="8">
        <dgm:presLayoutVars>
          <dgm:bulletEnabled val="1"/>
        </dgm:presLayoutVars>
      </dgm:prSet>
      <dgm:spPr/>
    </dgm:pt>
    <dgm:pt modelId="{3522BC68-9B92-4FD2-AFEE-010540E4E516}" type="pres">
      <dgm:prSet presAssocID="{8E7929EC-E760-4147-8E88-C7CEB25C6C69}" presName="circleB" presStyleLbl="node1" presStyleIdx="7" presStyleCnt="8"/>
      <dgm:spPr/>
    </dgm:pt>
    <dgm:pt modelId="{3E78B79A-4E44-4D66-870C-7EE85AD8F52D}" type="pres">
      <dgm:prSet presAssocID="{8E7929EC-E760-4147-8E88-C7CEB25C6C69}" presName="spaceB" presStyleCnt="0"/>
      <dgm:spPr/>
    </dgm:pt>
  </dgm:ptLst>
  <dgm:cxnLst>
    <dgm:cxn modelId="{2F21E905-E7B6-4AF1-828E-E7F28BAD637C}" type="presOf" srcId="{96ADD4F3-4E1E-43EB-A439-0A02BA10E312}" destId="{47BFBC47-CD37-4A7F-81B8-7EE8CF2B05EC}" srcOrd="0" destOrd="0" presId="urn:microsoft.com/office/officeart/2005/8/layout/hProcess11"/>
    <dgm:cxn modelId="{D3BC4A0E-EC09-4924-B549-97A37F88D753}" srcId="{3AFBEF08-70A3-4880-AAF8-C518A174F6F8}" destId="{F767A42D-FA7A-47F1-990C-17555CA3BCCB}" srcOrd="4" destOrd="0" parTransId="{6729C369-FBED-4A5C-AA4C-71A318B742F0}" sibTransId="{30294007-F6EC-4FFB-8372-294962AF66DD}"/>
    <dgm:cxn modelId="{3779A813-9F61-47BE-A4A3-01B530A0AB32}" srcId="{3AFBEF08-70A3-4880-AAF8-C518A174F6F8}" destId="{05EB3149-4CFC-420C-9E9A-561E7F6E096F}" srcOrd="5" destOrd="0" parTransId="{0D973C72-CA2B-4835-A7D0-D87CD3AC82C0}" sibTransId="{900C4B01-1B8B-4FB7-9366-EFA1D87F609D}"/>
    <dgm:cxn modelId="{59077B34-6F53-463C-9DF0-22FE431E46FC}" type="presOf" srcId="{8E7929EC-E760-4147-8E88-C7CEB25C6C69}" destId="{F72A2ABD-CC34-4A24-B94A-EC22E66B2B85}" srcOrd="0" destOrd="0" presId="urn:microsoft.com/office/officeart/2005/8/layout/hProcess11"/>
    <dgm:cxn modelId="{1BBADC5E-41F6-4BCF-BFAE-F247A67C4456}" type="presOf" srcId="{386DD90A-5253-44CD-AE31-EE484777A7B6}" destId="{D3222F5C-F113-4C4B-8493-E5BF311E01A9}" srcOrd="0" destOrd="0" presId="urn:microsoft.com/office/officeart/2005/8/layout/hProcess11"/>
    <dgm:cxn modelId="{2B22F15F-2C8A-45B0-B23C-C7E7B0FCD0CF}" srcId="{3AFBEF08-70A3-4880-AAF8-C518A174F6F8}" destId="{386DD90A-5253-44CD-AE31-EE484777A7B6}" srcOrd="0" destOrd="0" parTransId="{04EFDDE4-E198-43F3-A90F-E75644DA0B38}" sibTransId="{E6138F7D-74F8-4EEF-B19E-2CF65644665A}"/>
    <dgm:cxn modelId="{8EC8436A-0BCF-4E9C-8659-E98B75293D3D}" type="presOf" srcId="{DA0F13C8-3085-41AD-A30E-347825820F18}" destId="{A85402FA-04CD-41A4-84A4-38C785365EAF}" srcOrd="0" destOrd="0" presId="urn:microsoft.com/office/officeart/2005/8/layout/hProcess11"/>
    <dgm:cxn modelId="{470A0A53-1A75-4C68-917B-BA9E4434C848}" srcId="{3AFBEF08-70A3-4880-AAF8-C518A174F6F8}" destId="{AA4B3279-1B73-4C60-9246-D0AACBBFA4A0}" srcOrd="6" destOrd="0" parTransId="{E9C24C88-5FBC-4D0E-A885-69618CD21109}" sibTransId="{BAF87306-AF30-4FB9-962B-B6CD36FB7835}"/>
    <dgm:cxn modelId="{06793375-18C8-4DDE-92CF-4D79C8C2A350}" srcId="{3AFBEF08-70A3-4880-AAF8-C518A174F6F8}" destId="{8E7929EC-E760-4147-8E88-C7CEB25C6C69}" srcOrd="7" destOrd="0" parTransId="{7CE2DAB2-61E0-421B-B558-24DEE627B9A7}" sibTransId="{69A5E523-F0E8-4DFB-A514-BC2F5B011226}"/>
    <dgm:cxn modelId="{5F5CE07C-E04D-4EB6-9471-B77FFC6875DC}" srcId="{3AFBEF08-70A3-4880-AAF8-C518A174F6F8}" destId="{DA0F13C8-3085-41AD-A30E-347825820F18}" srcOrd="2" destOrd="0" parTransId="{C31F8817-CA1A-42A9-A539-7D513C900D2C}" sibTransId="{78DAD13D-CA51-4A57-AFEA-B52A9492C347}"/>
    <dgm:cxn modelId="{6EEA2394-C7C5-4E4A-9420-60F60893971C}" type="presOf" srcId="{05EB3149-4CFC-420C-9E9A-561E7F6E096F}" destId="{A4C05B71-87C7-4F4B-BD0F-A60D6FD6D1B3}" srcOrd="0" destOrd="0" presId="urn:microsoft.com/office/officeart/2005/8/layout/hProcess11"/>
    <dgm:cxn modelId="{B17D4AAE-5CEF-4D5E-BB2D-C3ED987504BC}" type="presOf" srcId="{0CC49820-38ED-4B36-B9E6-A749EDDB3A06}" destId="{06E5FEB7-5E45-4D65-BA57-19308C04122F}" srcOrd="0" destOrd="0" presId="urn:microsoft.com/office/officeart/2005/8/layout/hProcess11"/>
    <dgm:cxn modelId="{08D04CD4-7B17-4F2A-BB49-B67F675F575B}" srcId="{3AFBEF08-70A3-4880-AAF8-C518A174F6F8}" destId="{0CC49820-38ED-4B36-B9E6-A749EDDB3A06}" srcOrd="1" destOrd="0" parTransId="{AC87B558-5B61-4EA8-BAB8-FE73A3BEC61B}" sibTransId="{6093DD35-BA96-4A3B-8628-14E0BED226CC}"/>
    <dgm:cxn modelId="{077FB8DA-1913-43DA-AAFD-85A4A21ECF99}" type="presOf" srcId="{3AFBEF08-70A3-4880-AAF8-C518A174F6F8}" destId="{25658A39-AD32-4449-BFB1-2AA8185A764F}" srcOrd="0" destOrd="0" presId="urn:microsoft.com/office/officeart/2005/8/layout/hProcess11"/>
    <dgm:cxn modelId="{B35AA2DB-0A8D-4459-BEB8-9A8F4772FD70}" type="presOf" srcId="{AA4B3279-1B73-4C60-9246-D0AACBBFA4A0}" destId="{BCA782FC-141E-401A-A15D-74EBF352615C}" srcOrd="0" destOrd="0" presId="urn:microsoft.com/office/officeart/2005/8/layout/hProcess11"/>
    <dgm:cxn modelId="{5D22F0E8-13E8-4A02-9792-DBAEA3ECACE3}" srcId="{3AFBEF08-70A3-4880-AAF8-C518A174F6F8}" destId="{96ADD4F3-4E1E-43EB-A439-0A02BA10E312}" srcOrd="3" destOrd="0" parTransId="{AA36C3B0-38B1-4420-A3A5-6BA391F1D749}" sibTransId="{E5F0181E-BAE3-4DF4-AC4E-F5016665ED2B}"/>
    <dgm:cxn modelId="{B56F22F3-DFF8-4E0C-9E2F-F1AB9A64E571}" type="presOf" srcId="{F767A42D-FA7A-47F1-990C-17555CA3BCCB}" destId="{31136C0D-C8C4-48F9-9430-1023389B4A4B}" srcOrd="0" destOrd="0" presId="urn:microsoft.com/office/officeart/2005/8/layout/hProcess11"/>
    <dgm:cxn modelId="{2EA2B055-3852-4A42-AF8E-9D6ABDC96EF9}" type="presParOf" srcId="{25658A39-AD32-4449-BFB1-2AA8185A764F}" destId="{76DBB055-7F0B-4170-AD05-A8EA12EC82A8}" srcOrd="0" destOrd="0" presId="urn:microsoft.com/office/officeart/2005/8/layout/hProcess11"/>
    <dgm:cxn modelId="{71CD63ED-04EF-4B9A-9330-8D3CA9DE6E4E}" type="presParOf" srcId="{25658A39-AD32-4449-BFB1-2AA8185A764F}" destId="{437E78DE-03B3-4176-9A72-B7BFE7581A89}" srcOrd="1" destOrd="0" presId="urn:microsoft.com/office/officeart/2005/8/layout/hProcess11"/>
    <dgm:cxn modelId="{A4FF2131-7FBA-4CC2-9825-32AC075FC94C}" type="presParOf" srcId="{437E78DE-03B3-4176-9A72-B7BFE7581A89}" destId="{68426557-9451-4357-9B70-A87A80C393A2}" srcOrd="0" destOrd="0" presId="urn:microsoft.com/office/officeart/2005/8/layout/hProcess11"/>
    <dgm:cxn modelId="{865F78BF-A5E1-44F5-9B56-F1AED57B728D}" type="presParOf" srcId="{68426557-9451-4357-9B70-A87A80C393A2}" destId="{D3222F5C-F113-4C4B-8493-E5BF311E01A9}" srcOrd="0" destOrd="0" presId="urn:microsoft.com/office/officeart/2005/8/layout/hProcess11"/>
    <dgm:cxn modelId="{96FA3F40-7185-4EA8-A041-CCEB2A83011B}" type="presParOf" srcId="{68426557-9451-4357-9B70-A87A80C393A2}" destId="{097DF046-C9AB-4226-9BE0-C2B057023FC2}" srcOrd="1" destOrd="0" presId="urn:microsoft.com/office/officeart/2005/8/layout/hProcess11"/>
    <dgm:cxn modelId="{3432E820-AAB9-499C-A7AB-CFBEC2C308BD}" type="presParOf" srcId="{68426557-9451-4357-9B70-A87A80C393A2}" destId="{2CE25216-0EFF-4115-AFE7-A3BBDD7F88F0}" srcOrd="2" destOrd="0" presId="urn:microsoft.com/office/officeart/2005/8/layout/hProcess11"/>
    <dgm:cxn modelId="{9B9E0C00-F956-4430-B566-AD15962B8895}" type="presParOf" srcId="{437E78DE-03B3-4176-9A72-B7BFE7581A89}" destId="{6BC0D5E0-5F67-4E76-B34E-9CC11520C205}" srcOrd="1" destOrd="0" presId="urn:microsoft.com/office/officeart/2005/8/layout/hProcess11"/>
    <dgm:cxn modelId="{BE394260-4FE3-4983-8FB7-5CE434EDE408}" type="presParOf" srcId="{437E78DE-03B3-4176-9A72-B7BFE7581A89}" destId="{4665C8D1-18E4-46A4-A596-A55BCCD2AB36}" srcOrd="2" destOrd="0" presId="urn:microsoft.com/office/officeart/2005/8/layout/hProcess11"/>
    <dgm:cxn modelId="{1E438E26-A799-435D-86DD-54109B66C0EB}" type="presParOf" srcId="{4665C8D1-18E4-46A4-A596-A55BCCD2AB36}" destId="{06E5FEB7-5E45-4D65-BA57-19308C04122F}" srcOrd="0" destOrd="0" presId="urn:microsoft.com/office/officeart/2005/8/layout/hProcess11"/>
    <dgm:cxn modelId="{C6D441C0-7419-46E4-98F7-5A63551201E0}" type="presParOf" srcId="{4665C8D1-18E4-46A4-A596-A55BCCD2AB36}" destId="{51A4BC2F-FF7C-4215-AC5F-91F4E7631420}" srcOrd="1" destOrd="0" presId="urn:microsoft.com/office/officeart/2005/8/layout/hProcess11"/>
    <dgm:cxn modelId="{30898CFF-62E5-49D8-8551-CBBD30532685}" type="presParOf" srcId="{4665C8D1-18E4-46A4-A596-A55BCCD2AB36}" destId="{DADA3C2F-6B01-4B74-882A-B98D544A5A1E}" srcOrd="2" destOrd="0" presId="urn:microsoft.com/office/officeart/2005/8/layout/hProcess11"/>
    <dgm:cxn modelId="{22B07F67-0360-4443-9488-A899E84C237D}" type="presParOf" srcId="{437E78DE-03B3-4176-9A72-B7BFE7581A89}" destId="{F18F12B9-EAA5-4D7C-9547-323580850B0A}" srcOrd="3" destOrd="0" presId="urn:microsoft.com/office/officeart/2005/8/layout/hProcess11"/>
    <dgm:cxn modelId="{228E4CB3-AFDD-4AF4-95F1-606A73A2FF29}" type="presParOf" srcId="{437E78DE-03B3-4176-9A72-B7BFE7581A89}" destId="{FDE1A1B1-4A87-43F2-900C-428E88B82491}" srcOrd="4" destOrd="0" presId="urn:microsoft.com/office/officeart/2005/8/layout/hProcess11"/>
    <dgm:cxn modelId="{5C70C735-29C0-4E81-8D4C-EC6C918F52EA}" type="presParOf" srcId="{FDE1A1B1-4A87-43F2-900C-428E88B82491}" destId="{A85402FA-04CD-41A4-84A4-38C785365EAF}" srcOrd="0" destOrd="0" presId="urn:microsoft.com/office/officeart/2005/8/layout/hProcess11"/>
    <dgm:cxn modelId="{3F999981-60E0-4550-B906-2038D9CC357E}" type="presParOf" srcId="{FDE1A1B1-4A87-43F2-900C-428E88B82491}" destId="{0E9D4D43-6C61-4FE3-8D8F-F3622023451F}" srcOrd="1" destOrd="0" presId="urn:microsoft.com/office/officeart/2005/8/layout/hProcess11"/>
    <dgm:cxn modelId="{0169C14D-DE4A-4D11-BE79-811372B8AD34}" type="presParOf" srcId="{FDE1A1B1-4A87-43F2-900C-428E88B82491}" destId="{AD07A126-F2AC-450D-B9F1-85E264C58A5F}" srcOrd="2" destOrd="0" presId="urn:microsoft.com/office/officeart/2005/8/layout/hProcess11"/>
    <dgm:cxn modelId="{4594762D-152D-4F69-A943-F4591A45C30A}" type="presParOf" srcId="{437E78DE-03B3-4176-9A72-B7BFE7581A89}" destId="{3B818B47-AA9E-4F85-8FCC-9D63A20B7BC8}" srcOrd="5" destOrd="0" presId="urn:microsoft.com/office/officeart/2005/8/layout/hProcess11"/>
    <dgm:cxn modelId="{254D30EB-8309-4A0E-B31A-EBB00F59A465}" type="presParOf" srcId="{437E78DE-03B3-4176-9A72-B7BFE7581A89}" destId="{EA6E3EE3-EC67-4C22-9724-26EDBD7BE929}" srcOrd="6" destOrd="0" presId="urn:microsoft.com/office/officeart/2005/8/layout/hProcess11"/>
    <dgm:cxn modelId="{9E8A43CD-354C-4F6D-9254-3CB292C4A778}" type="presParOf" srcId="{EA6E3EE3-EC67-4C22-9724-26EDBD7BE929}" destId="{47BFBC47-CD37-4A7F-81B8-7EE8CF2B05EC}" srcOrd="0" destOrd="0" presId="urn:microsoft.com/office/officeart/2005/8/layout/hProcess11"/>
    <dgm:cxn modelId="{349EDD5B-501F-48AC-915E-91F1C6C58F9C}" type="presParOf" srcId="{EA6E3EE3-EC67-4C22-9724-26EDBD7BE929}" destId="{942CEA68-8823-4BCA-902C-FB11889E8D6B}" srcOrd="1" destOrd="0" presId="urn:microsoft.com/office/officeart/2005/8/layout/hProcess11"/>
    <dgm:cxn modelId="{6B1ACF5E-CFFF-4487-9F2C-C82367530875}" type="presParOf" srcId="{EA6E3EE3-EC67-4C22-9724-26EDBD7BE929}" destId="{0904CDCD-3623-4B56-BD5C-F0CD49AD6045}" srcOrd="2" destOrd="0" presId="urn:microsoft.com/office/officeart/2005/8/layout/hProcess11"/>
    <dgm:cxn modelId="{73D949DB-E121-45A1-86E5-E5CC408762EC}" type="presParOf" srcId="{437E78DE-03B3-4176-9A72-B7BFE7581A89}" destId="{F8CB54CB-37DE-475E-BBBD-1B53223057AE}" srcOrd="7" destOrd="0" presId="urn:microsoft.com/office/officeart/2005/8/layout/hProcess11"/>
    <dgm:cxn modelId="{0C4ABD7E-B51E-4379-9959-019632A79880}" type="presParOf" srcId="{437E78DE-03B3-4176-9A72-B7BFE7581A89}" destId="{84F12156-E1E6-449D-ACB5-2AC1A83554FF}" srcOrd="8" destOrd="0" presId="urn:microsoft.com/office/officeart/2005/8/layout/hProcess11"/>
    <dgm:cxn modelId="{BF247527-5FA6-4BF5-8029-933C7C1AD6F8}" type="presParOf" srcId="{84F12156-E1E6-449D-ACB5-2AC1A83554FF}" destId="{31136C0D-C8C4-48F9-9430-1023389B4A4B}" srcOrd="0" destOrd="0" presId="urn:microsoft.com/office/officeart/2005/8/layout/hProcess11"/>
    <dgm:cxn modelId="{CD2312A2-5C54-4846-BE9F-3BD0A331B4F9}" type="presParOf" srcId="{84F12156-E1E6-449D-ACB5-2AC1A83554FF}" destId="{AC370D49-ED16-4DE9-9C0A-60EB009E170D}" srcOrd="1" destOrd="0" presId="urn:microsoft.com/office/officeart/2005/8/layout/hProcess11"/>
    <dgm:cxn modelId="{C39442FA-F5D7-41F2-A3F8-609B442D2D5D}" type="presParOf" srcId="{84F12156-E1E6-449D-ACB5-2AC1A83554FF}" destId="{9592FC1D-0484-4A18-B4D3-07095FD9C79B}" srcOrd="2" destOrd="0" presId="urn:microsoft.com/office/officeart/2005/8/layout/hProcess11"/>
    <dgm:cxn modelId="{D8BB18D9-27B2-495C-8801-F2E9DE92FFDE}" type="presParOf" srcId="{437E78DE-03B3-4176-9A72-B7BFE7581A89}" destId="{D0276434-D00E-4850-8A29-F83203685A0A}" srcOrd="9" destOrd="0" presId="urn:microsoft.com/office/officeart/2005/8/layout/hProcess11"/>
    <dgm:cxn modelId="{46834D17-8375-48DC-B370-1942B5859F6C}" type="presParOf" srcId="{437E78DE-03B3-4176-9A72-B7BFE7581A89}" destId="{20B9E079-2641-405B-96C8-51576870A805}" srcOrd="10" destOrd="0" presId="urn:microsoft.com/office/officeart/2005/8/layout/hProcess11"/>
    <dgm:cxn modelId="{A95C61AD-557C-40C2-804D-CA70B1DA1363}" type="presParOf" srcId="{20B9E079-2641-405B-96C8-51576870A805}" destId="{A4C05B71-87C7-4F4B-BD0F-A60D6FD6D1B3}" srcOrd="0" destOrd="0" presId="urn:microsoft.com/office/officeart/2005/8/layout/hProcess11"/>
    <dgm:cxn modelId="{E32D1CAD-ACD8-4F75-98A9-71D38DB557E9}" type="presParOf" srcId="{20B9E079-2641-405B-96C8-51576870A805}" destId="{4CFBA4E6-5138-4C4F-BACE-0EEF604D5D26}" srcOrd="1" destOrd="0" presId="urn:microsoft.com/office/officeart/2005/8/layout/hProcess11"/>
    <dgm:cxn modelId="{B941A5C6-14C1-4649-B05F-0A2BAC12EE2D}" type="presParOf" srcId="{20B9E079-2641-405B-96C8-51576870A805}" destId="{DDD17C8D-1A23-4143-B24B-BE7F7EB6F350}" srcOrd="2" destOrd="0" presId="urn:microsoft.com/office/officeart/2005/8/layout/hProcess11"/>
    <dgm:cxn modelId="{1CB9D17A-A47D-43FA-B5DF-FF00ED6EC945}" type="presParOf" srcId="{437E78DE-03B3-4176-9A72-B7BFE7581A89}" destId="{818AEEF7-3BDF-4C9F-8609-02ABE7AB4D03}" srcOrd="11" destOrd="0" presId="urn:microsoft.com/office/officeart/2005/8/layout/hProcess11"/>
    <dgm:cxn modelId="{9565C0A8-8A55-47E3-87FB-C8EA4FD42755}" type="presParOf" srcId="{437E78DE-03B3-4176-9A72-B7BFE7581A89}" destId="{57E80D70-96A2-444E-89C3-BAD277BAB43A}" srcOrd="12" destOrd="0" presId="urn:microsoft.com/office/officeart/2005/8/layout/hProcess11"/>
    <dgm:cxn modelId="{F6358367-D612-41DC-9150-4D461351982F}" type="presParOf" srcId="{57E80D70-96A2-444E-89C3-BAD277BAB43A}" destId="{BCA782FC-141E-401A-A15D-74EBF352615C}" srcOrd="0" destOrd="0" presId="urn:microsoft.com/office/officeart/2005/8/layout/hProcess11"/>
    <dgm:cxn modelId="{DAF2627C-0ED8-4B1A-94CE-88254E618DF5}" type="presParOf" srcId="{57E80D70-96A2-444E-89C3-BAD277BAB43A}" destId="{124A00EA-A3D0-4FC1-AD5E-17C3304AF4A2}" srcOrd="1" destOrd="0" presId="urn:microsoft.com/office/officeart/2005/8/layout/hProcess11"/>
    <dgm:cxn modelId="{87F1D35D-1886-44D7-9708-17D78B44F15B}" type="presParOf" srcId="{57E80D70-96A2-444E-89C3-BAD277BAB43A}" destId="{4C660271-BD0D-4B11-B7F4-99DFFE06C9F9}" srcOrd="2" destOrd="0" presId="urn:microsoft.com/office/officeart/2005/8/layout/hProcess11"/>
    <dgm:cxn modelId="{CD074913-EF46-4E33-B3BD-311978604B76}" type="presParOf" srcId="{437E78DE-03B3-4176-9A72-B7BFE7581A89}" destId="{5F44B200-CD6A-415B-8F5A-C62E3CEB365A}" srcOrd="13" destOrd="0" presId="urn:microsoft.com/office/officeart/2005/8/layout/hProcess11"/>
    <dgm:cxn modelId="{FA030882-3A89-4AE6-8F07-DC244FCE14F8}" type="presParOf" srcId="{437E78DE-03B3-4176-9A72-B7BFE7581A89}" destId="{D88D6A01-B184-4B50-92AC-11CD53BA301B}" srcOrd="14" destOrd="0" presId="urn:microsoft.com/office/officeart/2005/8/layout/hProcess11"/>
    <dgm:cxn modelId="{64E15965-8B1A-47D2-9E4A-B30C17EDC8C8}" type="presParOf" srcId="{D88D6A01-B184-4B50-92AC-11CD53BA301B}" destId="{F72A2ABD-CC34-4A24-B94A-EC22E66B2B85}" srcOrd="0" destOrd="0" presId="urn:microsoft.com/office/officeart/2005/8/layout/hProcess11"/>
    <dgm:cxn modelId="{5736F825-9C0A-42D4-B026-0F02BA1D1F32}" type="presParOf" srcId="{D88D6A01-B184-4B50-92AC-11CD53BA301B}" destId="{3522BC68-9B92-4FD2-AFEE-010540E4E516}" srcOrd="1" destOrd="0" presId="urn:microsoft.com/office/officeart/2005/8/layout/hProcess11"/>
    <dgm:cxn modelId="{F7355CDE-643D-4311-A8AE-918C7C0A0CBE}" type="presParOf" srcId="{D88D6A01-B184-4B50-92AC-11CD53BA301B}" destId="{3E78B79A-4E44-4D66-870C-7EE85AD8F52D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121A878-F2EA-4EDA-9A44-C63A15E866C1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73B9AC1-B202-41B5-9119-81D755502C00}">
      <dgm:prSet/>
      <dgm:spPr/>
      <dgm:t>
        <a:bodyPr/>
        <a:lstStyle/>
        <a:p>
          <a:r>
            <a:rPr lang="en-US"/>
            <a:t>Low‑cost and scalable solution</a:t>
          </a:r>
          <a:endParaRPr lang="en-IN"/>
        </a:p>
      </dgm:t>
    </dgm:pt>
    <dgm:pt modelId="{F01262D4-BEC8-46A3-914A-E44CAF302271}" type="parTrans" cxnId="{4706DE28-A946-4B5A-BB15-DD8EFEC5B275}">
      <dgm:prSet/>
      <dgm:spPr/>
      <dgm:t>
        <a:bodyPr/>
        <a:lstStyle/>
        <a:p>
          <a:endParaRPr lang="en-IN"/>
        </a:p>
      </dgm:t>
    </dgm:pt>
    <dgm:pt modelId="{314E974B-A39D-4308-A6EA-658CBDCA14CF}" type="sibTrans" cxnId="{4706DE28-A946-4B5A-BB15-DD8EFEC5B275}">
      <dgm:prSet/>
      <dgm:spPr/>
      <dgm:t>
        <a:bodyPr/>
        <a:lstStyle/>
        <a:p>
          <a:endParaRPr lang="en-IN"/>
        </a:p>
      </dgm:t>
    </dgm:pt>
    <dgm:pt modelId="{928F3DEB-22A1-4F8E-94F3-FEBC387D71F9}">
      <dgm:prSet/>
      <dgm:spPr/>
      <dgm:t>
        <a:bodyPr/>
        <a:lstStyle/>
        <a:p>
          <a:r>
            <a:rPr lang="en-US"/>
            <a:t>Uses existing smartphone camera</a:t>
          </a:r>
          <a:endParaRPr lang="en-IN"/>
        </a:p>
      </dgm:t>
    </dgm:pt>
    <dgm:pt modelId="{A0D6CB5F-4755-4FFF-90B6-DE3D94C87B79}" type="parTrans" cxnId="{9C58935C-A26F-46E0-A770-335956B5850C}">
      <dgm:prSet/>
      <dgm:spPr/>
      <dgm:t>
        <a:bodyPr/>
        <a:lstStyle/>
        <a:p>
          <a:endParaRPr lang="en-IN"/>
        </a:p>
      </dgm:t>
    </dgm:pt>
    <dgm:pt modelId="{51B00E1E-7100-48CF-9BC2-FC36A00A4B94}" type="sibTrans" cxnId="{9C58935C-A26F-46E0-A770-335956B5850C}">
      <dgm:prSet/>
      <dgm:spPr/>
      <dgm:t>
        <a:bodyPr/>
        <a:lstStyle/>
        <a:p>
          <a:endParaRPr lang="en-IN"/>
        </a:p>
      </dgm:t>
    </dgm:pt>
    <dgm:pt modelId="{76127A65-5964-478C-A489-04073C6F5D87}">
      <dgm:prSet/>
      <dgm:spPr/>
      <dgm:t>
        <a:bodyPr/>
        <a:lstStyle/>
        <a:p>
          <a:r>
            <a:rPr lang="en-US"/>
            <a:t>Works in both day and night conditions</a:t>
          </a:r>
          <a:endParaRPr lang="en-IN"/>
        </a:p>
      </dgm:t>
    </dgm:pt>
    <dgm:pt modelId="{A795234B-5F2D-4D26-99F2-585E769C6757}" type="parTrans" cxnId="{87E81809-177B-48AD-8E35-4C1C384A5EA7}">
      <dgm:prSet/>
      <dgm:spPr/>
      <dgm:t>
        <a:bodyPr/>
        <a:lstStyle/>
        <a:p>
          <a:endParaRPr lang="en-IN"/>
        </a:p>
      </dgm:t>
    </dgm:pt>
    <dgm:pt modelId="{1CDE4C04-803B-441E-B8B2-395C79E49A51}" type="sibTrans" cxnId="{87E81809-177B-48AD-8E35-4C1C384A5EA7}">
      <dgm:prSet/>
      <dgm:spPr/>
      <dgm:t>
        <a:bodyPr/>
        <a:lstStyle/>
        <a:p>
          <a:endParaRPr lang="en-IN"/>
        </a:p>
      </dgm:t>
    </dgm:pt>
    <dgm:pt modelId="{AFAF0489-810C-424B-833B-31C39928AC71}">
      <dgm:prSet/>
      <dgm:spPr/>
      <dgm:t>
        <a:bodyPr/>
        <a:lstStyle/>
        <a:p>
          <a:r>
            <a:rPr lang="en-US"/>
            <a:t>Improves road safety and driver health</a:t>
          </a:r>
          <a:endParaRPr lang="en-IN"/>
        </a:p>
      </dgm:t>
    </dgm:pt>
    <dgm:pt modelId="{9633B9D9-9BE2-4EC5-945A-CAB7DB59EEA0}" type="parTrans" cxnId="{62053174-82D3-4825-A11E-B7BF1385D47B}">
      <dgm:prSet/>
      <dgm:spPr/>
      <dgm:t>
        <a:bodyPr/>
        <a:lstStyle/>
        <a:p>
          <a:endParaRPr lang="en-IN"/>
        </a:p>
      </dgm:t>
    </dgm:pt>
    <dgm:pt modelId="{A62572F4-5967-412B-9D42-396652561C39}" type="sibTrans" cxnId="{62053174-82D3-4825-A11E-B7BF1385D47B}">
      <dgm:prSet/>
      <dgm:spPr/>
      <dgm:t>
        <a:bodyPr/>
        <a:lstStyle/>
        <a:p>
          <a:endParaRPr lang="en-IN"/>
        </a:p>
      </dgm:t>
    </dgm:pt>
    <dgm:pt modelId="{96ED1EA8-15C1-44CB-B961-20BAF111FE36}">
      <dgm:prSet/>
      <dgm:spPr/>
      <dgm:t>
        <a:bodyPr/>
        <a:lstStyle/>
        <a:p>
          <a:r>
            <a:rPr lang="en-US"/>
            <a:t>Supports smart city initiatives</a:t>
          </a:r>
          <a:endParaRPr lang="en-IN"/>
        </a:p>
      </dgm:t>
    </dgm:pt>
    <dgm:pt modelId="{D42ED862-ACDC-41A7-A815-074031A2EBD9}" type="parTrans" cxnId="{FAC847D6-F685-4153-A774-7A561C266D46}">
      <dgm:prSet/>
      <dgm:spPr/>
      <dgm:t>
        <a:bodyPr/>
        <a:lstStyle/>
        <a:p>
          <a:endParaRPr lang="en-IN"/>
        </a:p>
      </dgm:t>
    </dgm:pt>
    <dgm:pt modelId="{D0AC5B1F-D765-4269-B65C-15A62451B6DE}" type="sibTrans" cxnId="{FAC847D6-F685-4153-A774-7A561C266D46}">
      <dgm:prSet/>
      <dgm:spPr/>
      <dgm:t>
        <a:bodyPr/>
        <a:lstStyle/>
        <a:p>
          <a:endParaRPr lang="en-IN"/>
        </a:p>
      </dgm:t>
    </dgm:pt>
    <dgm:pt modelId="{682AB8D3-BD8F-4D0E-9209-2326E3C87CD7}" type="pres">
      <dgm:prSet presAssocID="{F121A878-F2EA-4EDA-9A44-C63A15E866C1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00DD3E88-3431-454A-BE69-DC23A20743FC}" type="pres">
      <dgm:prSet presAssocID="{573B9AC1-B202-41B5-9119-81D755502C00}" presName="circle1" presStyleLbl="node1" presStyleIdx="0" presStyleCnt="5"/>
      <dgm:spPr/>
    </dgm:pt>
    <dgm:pt modelId="{7A24B0B8-1CC2-4F47-A91D-695CCBBF8AE2}" type="pres">
      <dgm:prSet presAssocID="{573B9AC1-B202-41B5-9119-81D755502C00}" presName="space" presStyleCnt="0"/>
      <dgm:spPr/>
    </dgm:pt>
    <dgm:pt modelId="{02F46F3E-0A6D-4610-9FD4-AD89DF09AD7F}" type="pres">
      <dgm:prSet presAssocID="{573B9AC1-B202-41B5-9119-81D755502C00}" presName="rect1" presStyleLbl="alignAcc1" presStyleIdx="0" presStyleCnt="5"/>
      <dgm:spPr/>
    </dgm:pt>
    <dgm:pt modelId="{31B9F601-9FAF-4870-AEFE-DDB0539C1C66}" type="pres">
      <dgm:prSet presAssocID="{928F3DEB-22A1-4F8E-94F3-FEBC387D71F9}" presName="vertSpace2" presStyleLbl="node1" presStyleIdx="0" presStyleCnt="5"/>
      <dgm:spPr/>
    </dgm:pt>
    <dgm:pt modelId="{47E7ACA0-439E-4685-A9D8-996DF3A76AD3}" type="pres">
      <dgm:prSet presAssocID="{928F3DEB-22A1-4F8E-94F3-FEBC387D71F9}" presName="circle2" presStyleLbl="node1" presStyleIdx="1" presStyleCnt="5"/>
      <dgm:spPr/>
    </dgm:pt>
    <dgm:pt modelId="{65293788-2029-44B2-BF81-C353FCA59383}" type="pres">
      <dgm:prSet presAssocID="{928F3DEB-22A1-4F8E-94F3-FEBC387D71F9}" presName="rect2" presStyleLbl="alignAcc1" presStyleIdx="1" presStyleCnt="5"/>
      <dgm:spPr/>
    </dgm:pt>
    <dgm:pt modelId="{D8A2D06F-C858-4A5D-BA45-60E681429604}" type="pres">
      <dgm:prSet presAssocID="{76127A65-5964-478C-A489-04073C6F5D87}" presName="vertSpace3" presStyleLbl="node1" presStyleIdx="1" presStyleCnt="5"/>
      <dgm:spPr/>
    </dgm:pt>
    <dgm:pt modelId="{5BDAF758-F1B1-474A-9988-40187E7390A7}" type="pres">
      <dgm:prSet presAssocID="{76127A65-5964-478C-A489-04073C6F5D87}" presName="circle3" presStyleLbl="node1" presStyleIdx="2" presStyleCnt="5"/>
      <dgm:spPr/>
    </dgm:pt>
    <dgm:pt modelId="{B4B1BCF4-435A-4310-A24B-B1923147EB00}" type="pres">
      <dgm:prSet presAssocID="{76127A65-5964-478C-A489-04073C6F5D87}" presName="rect3" presStyleLbl="alignAcc1" presStyleIdx="2" presStyleCnt="5"/>
      <dgm:spPr/>
    </dgm:pt>
    <dgm:pt modelId="{410E2854-5140-4C40-AAFB-1F458DFA5A7F}" type="pres">
      <dgm:prSet presAssocID="{AFAF0489-810C-424B-833B-31C39928AC71}" presName="vertSpace4" presStyleLbl="node1" presStyleIdx="2" presStyleCnt="5"/>
      <dgm:spPr/>
    </dgm:pt>
    <dgm:pt modelId="{9942C072-1512-47EC-BBCA-231A6AD58AC4}" type="pres">
      <dgm:prSet presAssocID="{AFAF0489-810C-424B-833B-31C39928AC71}" presName="circle4" presStyleLbl="node1" presStyleIdx="3" presStyleCnt="5"/>
      <dgm:spPr/>
    </dgm:pt>
    <dgm:pt modelId="{A058C926-4E23-46BC-8B43-158E5BA7E79D}" type="pres">
      <dgm:prSet presAssocID="{AFAF0489-810C-424B-833B-31C39928AC71}" presName="rect4" presStyleLbl="alignAcc1" presStyleIdx="3" presStyleCnt="5"/>
      <dgm:spPr/>
    </dgm:pt>
    <dgm:pt modelId="{532F95D8-8275-4BFE-9044-9D995D8CE038}" type="pres">
      <dgm:prSet presAssocID="{96ED1EA8-15C1-44CB-B961-20BAF111FE36}" presName="vertSpace5" presStyleLbl="node1" presStyleIdx="3" presStyleCnt="5"/>
      <dgm:spPr/>
    </dgm:pt>
    <dgm:pt modelId="{C342B3D6-95B0-4CC0-8A18-E5CEA5DE71E2}" type="pres">
      <dgm:prSet presAssocID="{96ED1EA8-15C1-44CB-B961-20BAF111FE36}" presName="circle5" presStyleLbl="node1" presStyleIdx="4" presStyleCnt="5"/>
      <dgm:spPr/>
    </dgm:pt>
    <dgm:pt modelId="{153A73A4-6C9E-4A79-9C50-EC28E3A492A5}" type="pres">
      <dgm:prSet presAssocID="{96ED1EA8-15C1-44CB-B961-20BAF111FE36}" presName="rect5" presStyleLbl="alignAcc1" presStyleIdx="4" presStyleCnt="5"/>
      <dgm:spPr/>
    </dgm:pt>
    <dgm:pt modelId="{AF5BA6E5-69A4-47FB-B130-B350607B38C0}" type="pres">
      <dgm:prSet presAssocID="{573B9AC1-B202-41B5-9119-81D755502C00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DFF2D23C-D6DC-4DFC-96EE-81C54716E44B}" type="pres">
      <dgm:prSet presAssocID="{928F3DEB-22A1-4F8E-94F3-FEBC387D71F9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DD1C4A6B-C731-4FC6-9C3A-2F8DC69526AF}" type="pres">
      <dgm:prSet presAssocID="{76127A65-5964-478C-A489-04073C6F5D87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D92C0B87-0A38-4474-9D62-AC5DA55CF96E}" type="pres">
      <dgm:prSet presAssocID="{AFAF0489-810C-424B-833B-31C39928AC71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EC07E1AF-623F-40FC-9B80-C114EE7AE84E}" type="pres">
      <dgm:prSet presAssocID="{96ED1EA8-15C1-44CB-B961-20BAF111FE36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87E81809-177B-48AD-8E35-4C1C384A5EA7}" srcId="{F121A878-F2EA-4EDA-9A44-C63A15E866C1}" destId="{76127A65-5964-478C-A489-04073C6F5D87}" srcOrd="2" destOrd="0" parTransId="{A795234B-5F2D-4D26-99F2-585E769C6757}" sibTransId="{1CDE4C04-803B-441E-B8B2-395C79E49A51}"/>
    <dgm:cxn modelId="{FAB1B114-046F-4A3C-9E8E-58C197B1F484}" type="presOf" srcId="{928F3DEB-22A1-4F8E-94F3-FEBC387D71F9}" destId="{DFF2D23C-D6DC-4DFC-96EE-81C54716E44B}" srcOrd="1" destOrd="0" presId="urn:microsoft.com/office/officeart/2005/8/layout/target3"/>
    <dgm:cxn modelId="{61B85819-9A64-4C90-BD4E-E4B17E2C971F}" type="presOf" srcId="{573B9AC1-B202-41B5-9119-81D755502C00}" destId="{02F46F3E-0A6D-4610-9FD4-AD89DF09AD7F}" srcOrd="0" destOrd="0" presId="urn:microsoft.com/office/officeart/2005/8/layout/target3"/>
    <dgm:cxn modelId="{F4107A1D-2B03-4F60-8125-27FF3D4F9AD1}" type="presOf" srcId="{96ED1EA8-15C1-44CB-B961-20BAF111FE36}" destId="{153A73A4-6C9E-4A79-9C50-EC28E3A492A5}" srcOrd="0" destOrd="0" presId="urn:microsoft.com/office/officeart/2005/8/layout/target3"/>
    <dgm:cxn modelId="{4706DE28-A946-4B5A-BB15-DD8EFEC5B275}" srcId="{F121A878-F2EA-4EDA-9A44-C63A15E866C1}" destId="{573B9AC1-B202-41B5-9119-81D755502C00}" srcOrd="0" destOrd="0" parTransId="{F01262D4-BEC8-46A3-914A-E44CAF302271}" sibTransId="{314E974B-A39D-4308-A6EA-658CBDCA14CF}"/>
    <dgm:cxn modelId="{9C58935C-A26F-46E0-A770-335956B5850C}" srcId="{F121A878-F2EA-4EDA-9A44-C63A15E866C1}" destId="{928F3DEB-22A1-4F8E-94F3-FEBC387D71F9}" srcOrd="1" destOrd="0" parTransId="{A0D6CB5F-4755-4FFF-90B6-DE3D94C87B79}" sibTransId="{51B00E1E-7100-48CF-9BC2-FC36A00A4B94}"/>
    <dgm:cxn modelId="{59AAEA5C-6371-4276-8C39-9B91C2F44845}" type="presOf" srcId="{573B9AC1-B202-41B5-9119-81D755502C00}" destId="{AF5BA6E5-69A4-47FB-B130-B350607B38C0}" srcOrd="1" destOrd="0" presId="urn:microsoft.com/office/officeart/2005/8/layout/target3"/>
    <dgm:cxn modelId="{C300266D-AFE3-44DF-B9DB-3B8DA91B152B}" type="presOf" srcId="{AFAF0489-810C-424B-833B-31C39928AC71}" destId="{A058C926-4E23-46BC-8B43-158E5BA7E79D}" srcOrd="0" destOrd="0" presId="urn:microsoft.com/office/officeart/2005/8/layout/target3"/>
    <dgm:cxn modelId="{D6A9996F-682F-4BE9-AF57-034AAB1FDC41}" type="presOf" srcId="{AFAF0489-810C-424B-833B-31C39928AC71}" destId="{D92C0B87-0A38-4474-9D62-AC5DA55CF96E}" srcOrd="1" destOrd="0" presId="urn:microsoft.com/office/officeart/2005/8/layout/target3"/>
    <dgm:cxn modelId="{62053174-82D3-4825-A11E-B7BF1385D47B}" srcId="{F121A878-F2EA-4EDA-9A44-C63A15E866C1}" destId="{AFAF0489-810C-424B-833B-31C39928AC71}" srcOrd="3" destOrd="0" parTransId="{9633B9D9-9BE2-4EC5-945A-CAB7DB59EEA0}" sibTransId="{A62572F4-5967-412B-9D42-396652561C39}"/>
    <dgm:cxn modelId="{805C7281-2781-4AFC-B0B3-2A1E5DDEF391}" type="presOf" srcId="{76127A65-5964-478C-A489-04073C6F5D87}" destId="{B4B1BCF4-435A-4310-A24B-B1923147EB00}" srcOrd="0" destOrd="0" presId="urn:microsoft.com/office/officeart/2005/8/layout/target3"/>
    <dgm:cxn modelId="{6B968483-BC1D-4CAC-A553-DE0333962D02}" type="presOf" srcId="{F121A878-F2EA-4EDA-9A44-C63A15E866C1}" destId="{682AB8D3-BD8F-4D0E-9209-2326E3C87CD7}" srcOrd="0" destOrd="0" presId="urn:microsoft.com/office/officeart/2005/8/layout/target3"/>
    <dgm:cxn modelId="{6E283289-2226-4FEA-B2CD-BEFE00F5F0DA}" type="presOf" srcId="{96ED1EA8-15C1-44CB-B961-20BAF111FE36}" destId="{EC07E1AF-623F-40FC-9B80-C114EE7AE84E}" srcOrd="1" destOrd="0" presId="urn:microsoft.com/office/officeart/2005/8/layout/target3"/>
    <dgm:cxn modelId="{D5BCA5AC-658E-4310-93A8-94F42CBD09D3}" type="presOf" srcId="{76127A65-5964-478C-A489-04073C6F5D87}" destId="{DD1C4A6B-C731-4FC6-9C3A-2F8DC69526AF}" srcOrd="1" destOrd="0" presId="urn:microsoft.com/office/officeart/2005/8/layout/target3"/>
    <dgm:cxn modelId="{794443BB-75A4-44FE-B1F1-EC35F4834947}" type="presOf" srcId="{928F3DEB-22A1-4F8E-94F3-FEBC387D71F9}" destId="{65293788-2029-44B2-BF81-C353FCA59383}" srcOrd="0" destOrd="0" presId="urn:microsoft.com/office/officeart/2005/8/layout/target3"/>
    <dgm:cxn modelId="{FAC847D6-F685-4153-A774-7A561C266D46}" srcId="{F121A878-F2EA-4EDA-9A44-C63A15E866C1}" destId="{96ED1EA8-15C1-44CB-B961-20BAF111FE36}" srcOrd="4" destOrd="0" parTransId="{D42ED862-ACDC-41A7-A815-074031A2EBD9}" sibTransId="{D0AC5B1F-D765-4269-B65C-15A62451B6DE}"/>
    <dgm:cxn modelId="{4D0368F2-B98A-4E52-94F4-A40E76034F93}" type="presParOf" srcId="{682AB8D3-BD8F-4D0E-9209-2326E3C87CD7}" destId="{00DD3E88-3431-454A-BE69-DC23A20743FC}" srcOrd="0" destOrd="0" presId="urn:microsoft.com/office/officeart/2005/8/layout/target3"/>
    <dgm:cxn modelId="{0A4B2730-F25A-4830-B343-A2F545853B5D}" type="presParOf" srcId="{682AB8D3-BD8F-4D0E-9209-2326E3C87CD7}" destId="{7A24B0B8-1CC2-4F47-A91D-695CCBBF8AE2}" srcOrd="1" destOrd="0" presId="urn:microsoft.com/office/officeart/2005/8/layout/target3"/>
    <dgm:cxn modelId="{77FA22D9-F158-45D6-8CE4-94A2251EB624}" type="presParOf" srcId="{682AB8D3-BD8F-4D0E-9209-2326E3C87CD7}" destId="{02F46F3E-0A6D-4610-9FD4-AD89DF09AD7F}" srcOrd="2" destOrd="0" presId="urn:microsoft.com/office/officeart/2005/8/layout/target3"/>
    <dgm:cxn modelId="{BEE37178-ACA4-46D8-9ABE-4A989931D324}" type="presParOf" srcId="{682AB8D3-BD8F-4D0E-9209-2326E3C87CD7}" destId="{31B9F601-9FAF-4870-AEFE-DDB0539C1C66}" srcOrd="3" destOrd="0" presId="urn:microsoft.com/office/officeart/2005/8/layout/target3"/>
    <dgm:cxn modelId="{3F805B83-BCF0-4EB5-8F85-029EEB70ABAB}" type="presParOf" srcId="{682AB8D3-BD8F-4D0E-9209-2326E3C87CD7}" destId="{47E7ACA0-439E-4685-A9D8-996DF3A76AD3}" srcOrd="4" destOrd="0" presId="urn:microsoft.com/office/officeart/2005/8/layout/target3"/>
    <dgm:cxn modelId="{1D464971-27EA-4A55-83D0-8013505FA7BA}" type="presParOf" srcId="{682AB8D3-BD8F-4D0E-9209-2326E3C87CD7}" destId="{65293788-2029-44B2-BF81-C353FCA59383}" srcOrd="5" destOrd="0" presId="urn:microsoft.com/office/officeart/2005/8/layout/target3"/>
    <dgm:cxn modelId="{FBBE0415-863A-4E9F-A68B-410C38ACD958}" type="presParOf" srcId="{682AB8D3-BD8F-4D0E-9209-2326E3C87CD7}" destId="{D8A2D06F-C858-4A5D-BA45-60E681429604}" srcOrd="6" destOrd="0" presId="urn:microsoft.com/office/officeart/2005/8/layout/target3"/>
    <dgm:cxn modelId="{BC91FA1F-D97A-4B74-8574-C5A0B9DF3627}" type="presParOf" srcId="{682AB8D3-BD8F-4D0E-9209-2326E3C87CD7}" destId="{5BDAF758-F1B1-474A-9988-40187E7390A7}" srcOrd="7" destOrd="0" presId="urn:microsoft.com/office/officeart/2005/8/layout/target3"/>
    <dgm:cxn modelId="{DC73B331-A0B9-4A51-8A1D-20BA89655E77}" type="presParOf" srcId="{682AB8D3-BD8F-4D0E-9209-2326E3C87CD7}" destId="{B4B1BCF4-435A-4310-A24B-B1923147EB00}" srcOrd="8" destOrd="0" presId="urn:microsoft.com/office/officeart/2005/8/layout/target3"/>
    <dgm:cxn modelId="{F322BCCD-6417-4A2E-A5F1-D60B6A90FB75}" type="presParOf" srcId="{682AB8D3-BD8F-4D0E-9209-2326E3C87CD7}" destId="{410E2854-5140-4C40-AAFB-1F458DFA5A7F}" srcOrd="9" destOrd="0" presId="urn:microsoft.com/office/officeart/2005/8/layout/target3"/>
    <dgm:cxn modelId="{AA02DFFF-FB76-47FD-AFFB-959F622C8EBA}" type="presParOf" srcId="{682AB8D3-BD8F-4D0E-9209-2326E3C87CD7}" destId="{9942C072-1512-47EC-BBCA-231A6AD58AC4}" srcOrd="10" destOrd="0" presId="urn:microsoft.com/office/officeart/2005/8/layout/target3"/>
    <dgm:cxn modelId="{539B1363-4A7C-43D1-994B-43F14C01E793}" type="presParOf" srcId="{682AB8D3-BD8F-4D0E-9209-2326E3C87CD7}" destId="{A058C926-4E23-46BC-8B43-158E5BA7E79D}" srcOrd="11" destOrd="0" presId="urn:microsoft.com/office/officeart/2005/8/layout/target3"/>
    <dgm:cxn modelId="{13716133-7458-4F0F-959E-DA8CCEDE857A}" type="presParOf" srcId="{682AB8D3-BD8F-4D0E-9209-2326E3C87CD7}" destId="{532F95D8-8275-4BFE-9044-9D995D8CE038}" srcOrd="12" destOrd="0" presId="urn:microsoft.com/office/officeart/2005/8/layout/target3"/>
    <dgm:cxn modelId="{DB7E0450-0506-478C-AA60-A00CEBB7A840}" type="presParOf" srcId="{682AB8D3-BD8F-4D0E-9209-2326E3C87CD7}" destId="{C342B3D6-95B0-4CC0-8A18-E5CEA5DE71E2}" srcOrd="13" destOrd="0" presId="urn:microsoft.com/office/officeart/2005/8/layout/target3"/>
    <dgm:cxn modelId="{98349F2F-6CB7-44A7-8FA8-F8F41E0C0F51}" type="presParOf" srcId="{682AB8D3-BD8F-4D0E-9209-2326E3C87CD7}" destId="{153A73A4-6C9E-4A79-9C50-EC28E3A492A5}" srcOrd="14" destOrd="0" presId="urn:microsoft.com/office/officeart/2005/8/layout/target3"/>
    <dgm:cxn modelId="{CD50967E-9337-454C-A449-72ACBA712163}" type="presParOf" srcId="{682AB8D3-BD8F-4D0E-9209-2326E3C87CD7}" destId="{AF5BA6E5-69A4-47FB-B130-B350607B38C0}" srcOrd="15" destOrd="0" presId="urn:microsoft.com/office/officeart/2005/8/layout/target3"/>
    <dgm:cxn modelId="{74002355-37F0-4283-9CCC-1F4920BA3A98}" type="presParOf" srcId="{682AB8D3-BD8F-4D0E-9209-2326E3C87CD7}" destId="{DFF2D23C-D6DC-4DFC-96EE-81C54716E44B}" srcOrd="16" destOrd="0" presId="urn:microsoft.com/office/officeart/2005/8/layout/target3"/>
    <dgm:cxn modelId="{AA0EDE45-29E1-4A81-9A4B-4457B25AA4D4}" type="presParOf" srcId="{682AB8D3-BD8F-4D0E-9209-2326E3C87CD7}" destId="{DD1C4A6B-C731-4FC6-9C3A-2F8DC69526AF}" srcOrd="17" destOrd="0" presId="urn:microsoft.com/office/officeart/2005/8/layout/target3"/>
    <dgm:cxn modelId="{5CBEB79F-0E2B-43E3-B6C5-7A88EE44637D}" type="presParOf" srcId="{682AB8D3-BD8F-4D0E-9209-2326E3C87CD7}" destId="{D92C0B87-0A38-4474-9D62-AC5DA55CF96E}" srcOrd="18" destOrd="0" presId="urn:microsoft.com/office/officeart/2005/8/layout/target3"/>
    <dgm:cxn modelId="{0195833D-13DA-47A9-B008-FFC0BB691A5A}" type="presParOf" srcId="{682AB8D3-BD8F-4D0E-9209-2326E3C87CD7}" destId="{EC07E1AF-623F-40FC-9B80-C114EE7AE84E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23CAE6-AD3A-45B9-9764-80D2D1E3E105}">
      <dsp:nvSpPr>
        <dsp:cNvPr id="0" name=""/>
        <dsp:cNvSpPr/>
      </dsp:nvSpPr>
      <dsp:spPr>
        <a:xfrm>
          <a:off x="3603508" y="1266389"/>
          <a:ext cx="1555214" cy="15552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70431CE-D71B-429D-98B3-E298EFC30559}">
      <dsp:nvSpPr>
        <dsp:cNvPr id="0" name=""/>
        <dsp:cNvSpPr/>
      </dsp:nvSpPr>
      <dsp:spPr>
        <a:xfrm>
          <a:off x="3479090" y="0"/>
          <a:ext cx="1804049" cy="104421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Poor road conditions like </a:t>
          </a:r>
          <a:r>
            <a:rPr lang="en-US" sz="1500" b="1" kern="1200"/>
            <a:t>potholes and speed breakers</a:t>
          </a:r>
          <a:r>
            <a:rPr lang="en-US" sz="1500" kern="1200"/>
            <a:t> cause accidents.</a:t>
          </a:r>
          <a:endParaRPr lang="en-IN" sz="1500" kern="1200"/>
        </a:p>
      </dsp:txBody>
      <dsp:txXfrm>
        <a:off x="3479090" y="0"/>
        <a:ext cx="1804049" cy="1044215"/>
      </dsp:txXfrm>
    </dsp:sp>
    <dsp:sp modelId="{D269CF16-193E-4630-A131-EC96AE0A3367}">
      <dsp:nvSpPr>
        <dsp:cNvPr id="0" name=""/>
        <dsp:cNvSpPr/>
      </dsp:nvSpPr>
      <dsp:spPr>
        <a:xfrm>
          <a:off x="4195111" y="1696072"/>
          <a:ext cx="1555214" cy="15552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541CA10-B1F0-46E8-B8C1-C2F79855CFAD}">
      <dsp:nvSpPr>
        <dsp:cNvPr id="0" name=""/>
        <dsp:cNvSpPr/>
      </dsp:nvSpPr>
      <dsp:spPr>
        <a:xfrm>
          <a:off x="5874121" y="1377476"/>
          <a:ext cx="1617423" cy="113308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Low visibility at night, fog, and rain</a:t>
          </a:r>
          <a:r>
            <a:rPr lang="en-US" sz="1500" kern="1200"/>
            <a:t> increases risk of collision with humans.</a:t>
          </a:r>
          <a:endParaRPr lang="en-IN" sz="1500" kern="1200"/>
        </a:p>
      </dsp:txBody>
      <dsp:txXfrm>
        <a:off x="5874121" y="1377476"/>
        <a:ext cx="1617423" cy="1133085"/>
      </dsp:txXfrm>
    </dsp:sp>
    <dsp:sp modelId="{95838DC9-F45C-4816-94B1-877F13E82D3E}">
      <dsp:nvSpPr>
        <dsp:cNvPr id="0" name=""/>
        <dsp:cNvSpPr/>
      </dsp:nvSpPr>
      <dsp:spPr>
        <a:xfrm>
          <a:off x="3969294" y="2391920"/>
          <a:ext cx="1555214" cy="15552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1369264-EB58-4D56-9E64-6C81508B5433}">
      <dsp:nvSpPr>
        <dsp:cNvPr id="0" name=""/>
        <dsp:cNvSpPr/>
      </dsp:nvSpPr>
      <dsp:spPr>
        <a:xfrm>
          <a:off x="5625287" y="3310385"/>
          <a:ext cx="1617423" cy="113308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Road damage information is </a:t>
          </a:r>
          <a:r>
            <a:rPr lang="en-US" sz="1500" b="1" kern="1200"/>
            <a:t>not reported properly</a:t>
          </a:r>
          <a:r>
            <a:rPr lang="en-US" sz="1500" kern="1200"/>
            <a:t> to authorities.</a:t>
          </a:r>
          <a:endParaRPr lang="en-IN" sz="1500" kern="1200"/>
        </a:p>
      </dsp:txBody>
      <dsp:txXfrm>
        <a:off x="5625287" y="3310385"/>
        <a:ext cx="1617423" cy="1133085"/>
      </dsp:txXfrm>
    </dsp:sp>
    <dsp:sp modelId="{05EF02D5-FBF6-40E4-A393-660AD7F20179}">
      <dsp:nvSpPr>
        <dsp:cNvPr id="0" name=""/>
        <dsp:cNvSpPr/>
      </dsp:nvSpPr>
      <dsp:spPr>
        <a:xfrm>
          <a:off x="3237721" y="2391920"/>
          <a:ext cx="1555214" cy="15552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7FF765B-919F-4A84-AB27-E7878E8D04E6}">
      <dsp:nvSpPr>
        <dsp:cNvPr id="0" name=""/>
        <dsp:cNvSpPr/>
      </dsp:nvSpPr>
      <dsp:spPr>
        <a:xfrm>
          <a:off x="1519520" y="3310385"/>
          <a:ext cx="1617423" cy="113308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Driver health issues</a:t>
          </a:r>
          <a:r>
            <a:rPr lang="en-US" sz="1500" kern="1200"/>
            <a:t> during riding can lead to emergencies.</a:t>
          </a:r>
          <a:endParaRPr lang="en-IN" sz="1500" kern="1200"/>
        </a:p>
      </dsp:txBody>
      <dsp:txXfrm>
        <a:off x="1519520" y="3310385"/>
        <a:ext cx="1617423" cy="1133085"/>
      </dsp:txXfrm>
    </dsp:sp>
    <dsp:sp modelId="{FE0163F9-7B73-41D8-90D0-EEEFBAE1EC03}">
      <dsp:nvSpPr>
        <dsp:cNvPr id="0" name=""/>
        <dsp:cNvSpPr/>
      </dsp:nvSpPr>
      <dsp:spPr>
        <a:xfrm>
          <a:off x="3011904" y="1696072"/>
          <a:ext cx="1555214" cy="155521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A3EEA86-31A1-4F18-81EF-75CDE151007B}">
      <dsp:nvSpPr>
        <dsp:cNvPr id="0" name=""/>
        <dsp:cNvSpPr/>
      </dsp:nvSpPr>
      <dsp:spPr>
        <a:xfrm>
          <a:off x="1270685" y="1377476"/>
          <a:ext cx="1617423" cy="113308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Existing solutions are </a:t>
          </a:r>
          <a:r>
            <a:rPr lang="en-US" sz="1500" b="1" kern="1200"/>
            <a:t>expensive and not integrated</a:t>
          </a:r>
          <a:r>
            <a:rPr lang="en-US" sz="1500" kern="1200"/>
            <a:t>.</a:t>
          </a:r>
          <a:endParaRPr lang="en-IN" sz="1500" kern="1200"/>
        </a:p>
      </dsp:txBody>
      <dsp:txXfrm>
        <a:off x="1270685" y="1377476"/>
        <a:ext cx="1617423" cy="11330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A48C5-2DC3-43CD-B859-5E78C707FC0C}">
      <dsp:nvSpPr>
        <dsp:cNvPr id="0" name=""/>
        <dsp:cNvSpPr/>
      </dsp:nvSpPr>
      <dsp:spPr>
        <a:xfrm>
          <a:off x="0" y="5817"/>
          <a:ext cx="7829357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Detect </a:t>
          </a:r>
          <a:r>
            <a:rPr lang="en-US" sz="1900" b="1" kern="1200"/>
            <a:t>potholes and speed breakers</a:t>
          </a:r>
          <a:r>
            <a:rPr lang="en-US" sz="1900" kern="1200"/>
            <a:t> using a </a:t>
          </a:r>
          <a:r>
            <a:rPr lang="en-US" sz="1900" b="1" kern="1200"/>
            <a:t>mobile phone camera and ML model</a:t>
          </a:r>
          <a:r>
            <a:rPr lang="en-US" sz="1900" kern="1200"/>
            <a:t>.</a:t>
          </a:r>
          <a:endParaRPr lang="en-IN" sz="1900" kern="1200"/>
        </a:p>
      </dsp:txBody>
      <dsp:txXfrm>
        <a:off x="35811" y="41628"/>
        <a:ext cx="7757735" cy="661968"/>
      </dsp:txXfrm>
    </dsp:sp>
    <dsp:sp modelId="{FB906AA6-4868-4482-9E96-BE218E7C4110}">
      <dsp:nvSpPr>
        <dsp:cNvPr id="0" name=""/>
        <dsp:cNvSpPr/>
      </dsp:nvSpPr>
      <dsp:spPr>
        <a:xfrm>
          <a:off x="0" y="794127"/>
          <a:ext cx="7829357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Detect </a:t>
          </a:r>
          <a:r>
            <a:rPr lang="en-US" sz="1900" b="1" kern="1200"/>
            <a:t>humans/obstacles at night</a:t>
          </a:r>
          <a:r>
            <a:rPr lang="en-US" sz="1900" kern="1200"/>
            <a:t> using </a:t>
          </a:r>
          <a:r>
            <a:rPr lang="en-US" sz="1900" b="1" kern="1200"/>
            <a:t>ultrasonic sensors</a:t>
          </a:r>
          <a:r>
            <a:rPr lang="en-US" sz="1900" kern="1200"/>
            <a:t> and give alerts.</a:t>
          </a:r>
          <a:endParaRPr lang="en-IN" sz="1900" kern="1200"/>
        </a:p>
      </dsp:txBody>
      <dsp:txXfrm>
        <a:off x="35811" y="829938"/>
        <a:ext cx="7757735" cy="661968"/>
      </dsp:txXfrm>
    </dsp:sp>
    <dsp:sp modelId="{7B265FD6-B3DF-4273-AB88-442E1A04C50B}">
      <dsp:nvSpPr>
        <dsp:cNvPr id="0" name=""/>
        <dsp:cNvSpPr/>
      </dsp:nvSpPr>
      <dsp:spPr>
        <a:xfrm>
          <a:off x="0" y="1582437"/>
          <a:ext cx="7829357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Map and report bad road conditions</a:t>
          </a:r>
          <a:r>
            <a:rPr lang="en-US" sz="1900" kern="1200"/>
            <a:t> using GPS and online services.</a:t>
          </a:r>
          <a:endParaRPr lang="en-IN" sz="1900" kern="1200"/>
        </a:p>
      </dsp:txBody>
      <dsp:txXfrm>
        <a:off x="35811" y="1618248"/>
        <a:ext cx="7757735" cy="661968"/>
      </dsp:txXfrm>
    </dsp:sp>
    <dsp:sp modelId="{E2641A4B-2A27-4D13-8155-F5638F77B66B}">
      <dsp:nvSpPr>
        <dsp:cNvPr id="0" name=""/>
        <dsp:cNvSpPr/>
      </dsp:nvSpPr>
      <dsp:spPr>
        <a:xfrm>
          <a:off x="0" y="2370747"/>
          <a:ext cx="7829357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Monitor driver health</a:t>
          </a:r>
          <a:r>
            <a:rPr lang="en-US" sz="1900" kern="1200"/>
            <a:t> using a pulse oximeter sensor.</a:t>
          </a:r>
          <a:endParaRPr lang="en-IN" sz="1900" kern="1200"/>
        </a:p>
      </dsp:txBody>
      <dsp:txXfrm>
        <a:off x="35811" y="2406558"/>
        <a:ext cx="7757735" cy="661968"/>
      </dsp:txXfrm>
    </dsp:sp>
    <dsp:sp modelId="{0F1DC707-BFDE-40AC-951E-FE06090A19A7}">
      <dsp:nvSpPr>
        <dsp:cNvPr id="0" name=""/>
        <dsp:cNvSpPr/>
      </dsp:nvSpPr>
      <dsp:spPr>
        <a:xfrm>
          <a:off x="0" y="3159057"/>
          <a:ext cx="7829357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Send </a:t>
          </a:r>
          <a:r>
            <a:rPr lang="en-US" sz="1900" b="1" kern="1200"/>
            <a:t>emergency alerts</a:t>
          </a:r>
          <a:r>
            <a:rPr lang="en-US" sz="1900" kern="1200"/>
            <a:t> when abnormal health conditions are detected.</a:t>
          </a:r>
          <a:endParaRPr lang="en-IN" sz="1900" kern="1200"/>
        </a:p>
      </dsp:txBody>
      <dsp:txXfrm>
        <a:off x="35811" y="3194868"/>
        <a:ext cx="7757735" cy="6619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D72265-EEC8-4623-AD79-6A23481FF2D7}">
      <dsp:nvSpPr>
        <dsp:cNvPr id="0" name=""/>
        <dsp:cNvSpPr/>
      </dsp:nvSpPr>
      <dsp:spPr>
        <a:xfrm>
          <a:off x="0" y="82149"/>
          <a:ext cx="6370011" cy="836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The project uses a </a:t>
          </a:r>
          <a:r>
            <a:rPr lang="en-IN" sz="2200" b="1" kern="1200"/>
            <a:t>hybrid approach</a:t>
          </a:r>
          <a:r>
            <a:rPr lang="en-IN" sz="2200" kern="1200"/>
            <a:t>:</a:t>
          </a:r>
        </a:p>
      </dsp:txBody>
      <dsp:txXfrm>
        <a:off x="40837" y="122986"/>
        <a:ext cx="6288337" cy="754876"/>
      </dsp:txXfrm>
    </dsp:sp>
    <dsp:sp modelId="{CA83AFE6-5F6D-4EC7-AFCC-894BC490E8A3}">
      <dsp:nvSpPr>
        <dsp:cNvPr id="0" name=""/>
        <dsp:cNvSpPr/>
      </dsp:nvSpPr>
      <dsp:spPr>
        <a:xfrm>
          <a:off x="0" y="982059"/>
          <a:ext cx="6370011" cy="836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Daytime:</a:t>
          </a:r>
          <a:r>
            <a:rPr lang="en-IN" sz="2200" kern="1200"/>
            <a:t> Vision‑based detection using smartphone and ML</a:t>
          </a:r>
        </a:p>
      </dsp:txBody>
      <dsp:txXfrm>
        <a:off x="40837" y="1022896"/>
        <a:ext cx="6288337" cy="754876"/>
      </dsp:txXfrm>
    </dsp:sp>
    <dsp:sp modelId="{1A881472-E617-4678-9C30-4706B5ADE18B}">
      <dsp:nvSpPr>
        <dsp:cNvPr id="0" name=""/>
        <dsp:cNvSpPr/>
      </dsp:nvSpPr>
      <dsp:spPr>
        <a:xfrm>
          <a:off x="0" y="1881969"/>
          <a:ext cx="6370011" cy="836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Nighttime:</a:t>
          </a:r>
          <a:r>
            <a:rPr lang="en-IN" sz="2200" kern="1200" dirty="0"/>
            <a:t> Sensor‑based detection using Arduino and ESP32</a:t>
          </a:r>
        </a:p>
      </dsp:txBody>
      <dsp:txXfrm>
        <a:off x="40837" y="1922806"/>
        <a:ext cx="6288337" cy="754876"/>
      </dsp:txXfrm>
    </dsp:sp>
    <dsp:sp modelId="{E6A275F8-DFF8-40EE-B36D-68C3001FBF0E}">
      <dsp:nvSpPr>
        <dsp:cNvPr id="0" name=""/>
        <dsp:cNvSpPr/>
      </dsp:nvSpPr>
      <dsp:spPr>
        <a:xfrm>
          <a:off x="0" y="2781879"/>
          <a:ext cx="6370011" cy="836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Health Monitoring:</a:t>
          </a:r>
          <a:r>
            <a:rPr lang="en-IN" sz="2200" kern="1200"/>
            <a:t> Continuous pulse monitoring</a:t>
          </a:r>
        </a:p>
      </dsp:txBody>
      <dsp:txXfrm>
        <a:off x="40837" y="2822716"/>
        <a:ext cx="6288337" cy="754876"/>
      </dsp:txXfrm>
    </dsp:sp>
    <dsp:sp modelId="{44D9C1A9-35F4-43D7-AA54-93182CAF19AE}">
      <dsp:nvSpPr>
        <dsp:cNvPr id="0" name=""/>
        <dsp:cNvSpPr/>
      </dsp:nvSpPr>
      <dsp:spPr>
        <a:xfrm>
          <a:off x="0" y="3681789"/>
          <a:ext cx="6370011" cy="836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Cloud / Alerts:</a:t>
          </a:r>
          <a:r>
            <a:rPr lang="en-IN" sz="2200" kern="1200"/>
            <a:t> Reporting and notifications</a:t>
          </a:r>
        </a:p>
      </dsp:txBody>
      <dsp:txXfrm>
        <a:off x="40837" y="3722626"/>
        <a:ext cx="6288337" cy="7548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DBB055-7F0B-4170-AD05-A8EA12EC82A8}">
      <dsp:nvSpPr>
        <dsp:cNvPr id="0" name=""/>
        <dsp:cNvSpPr/>
      </dsp:nvSpPr>
      <dsp:spPr>
        <a:xfrm>
          <a:off x="0" y="1164231"/>
          <a:ext cx="8596668" cy="1552309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222F5C-F113-4C4B-8493-E5BF311E01A9}">
      <dsp:nvSpPr>
        <dsp:cNvPr id="0" name=""/>
        <dsp:cNvSpPr/>
      </dsp:nvSpPr>
      <dsp:spPr>
        <a:xfrm>
          <a:off x="306" y="0"/>
          <a:ext cx="926513" cy="15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Problem identification</a:t>
          </a:r>
        </a:p>
      </dsp:txBody>
      <dsp:txXfrm>
        <a:off x="306" y="0"/>
        <a:ext cx="926513" cy="1552309"/>
      </dsp:txXfrm>
    </dsp:sp>
    <dsp:sp modelId="{097DF046-C9AB-4226-9BE0-C2B057023FC2}">
      <dsp:nvSpPr>
        <dsp:cNvPr id="0" name=""/>
        <dsp:cNvSpPr/>
      </dsp:nvSpPr>
      <dsp:spPr>
        <a:xfrm>
          <a:off x="269525" y="1746347"/>
          <a:ext cx="388077" cy="3880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E5FEB7-5E45-4D65-BA57-19308C04122F}">
      <dsp:nvSpPr>
        <dsp:cNvPr id="0" name=""/>
        <dsp:cNvSpPr/>
      </dsp:nvSpPr>
      <dsp:spPr>
        <a:xfrm>
          <a:off x="973146" y="2328463"/>
          <a:ext cx="926513" cy="15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Requirement analysis</a:t>
          </a:r>
        </a:p>
      </dsp:txBody>
      <dsp:txXfrm>
        <a:off x="973146" y="2328463"/>
        <a:ext cx="926513" cy="1552309"/>
      </dsp:txXfrm>
    </dsp:sp>
    <dsp:sp modelId="{51A4BC2F-FF7C-4215-AC5F-91F4E7631420}">
      <dsp:nvSpPr>
        <dsp:cNvPr id="0" name=""/>
        <dsp:cNvSpPr/>
      </dsp:nvSpPr>
      <dsp:spPr>
        <a:xfrm>
          <a:off x="1242364" y="1746347"/>
          <a:ext cx="388077" cy="3880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402FA-04CD-41A4-84A4-38C785365EAF}">
      <dsp:nvSpPr>
        <dsp:cNvPr id="0" name=""/>
        <dsp:cNvSpPr/>
      </dsp:nvSpPr>
      <dsp:spPr>
        <a:xfrm>
          <a:off x="1945985" y="0"/>
          <a:ext cx="926513" cy="15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Hardware selection</a:t>
          </a:r>
        </a:p>
      </dsp:txBody>
      <dsp:txXfrm>
        <a:off x="1945985" y="0"/>
        <a:ext cx="926513" cy="1552309"/>
      </dsp:txXfrm>
    </dsp:sp>
    <dsp:sp modelId="{0E9D4D43-6C61-4FE3-8D8F-F3622023451F}">
      <dsp:nvSpPr>
        <dsp:cNvPr id="0" name=""/>
        <dsp:cNvSpPr/>
      </dsp:nvSpPr>
      <dsp:spPr>
        <a:xfrm>
          <a:off x="2215203" y="1746347"/>
          <a:ext cx="388077" cy="3880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BFBC47-CD37-4A7F-81B8-7EE8CF2B05EC}">
      <dsp:nvSpPr>
        <dsp:cNvPr id="0" name=""/>
        <dsp:cNvSpPr/>
      </dsp:nvSpPr>
      <dsp:spPr>
        <a:xfrm>
          <a:off x="2918824" y="2328463"/>
          <a:ext cx="926513" cy="15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Sensor interfacing</a:t>
          </a:r>
        </a:p>
      </dsp:txBody>
      <dsp:txXfrm>
        <a:off x="2918824" y="2328463"/>
        <a:ext cx="926513" cy="1552309"/>
      </dsp:txXfrm>
    </dsp:sp>
    <dsp:sp modelId="{942CEA68-8823-4BCA-902C-FB11889E8D6B}">
      <dsp:nvSpPr>
        <dsp:cNvPr id="0" name=""/>
        <dsp:cNvSpPr/>
      </dsp:nvSpPr>
      <dsp:spPr>
        <a:xfrm>
          <a:off x="3188042" y="1746347"/>
          <a:ext cx="388077" cy="3880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136C0D-C8C4-48F9-9430-1023389B4A4B}">
      <dsp:nvSpPr>
        <dsp:cNvPr id="0" name=""/>
        <dsp:cNvSpPr/>
      </dsp:nvSpPr>
      <dsp:spPr>
        <a:xfrm>
          <a:off x="3891663" y="0"/>
          <a:ext cx="926513" cy="15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Mobile ML integration</a:t>
          </a:r>
        </a:p>
      </dsp:txBody>
      <dsp:txXfrm>
        <a:off x="3891663" y="0"/>
        <a:ext cx="926513" cy="1552309"/>
      </dsp:txXfrm>
    </dsp:sp>
    <dsp:sp modelId="{AC370D49-ED16-4DE9-9C0A-60EB009E170D}">
      <dsp:nvSpPr>
        <dsp:cNvPr id="0" name=""/>
        <dsp:cNvSpPr/>
      </dsp:nvSpPr>
      <dsp:spPr>
        <a:xfrm>
          <a:off x="4160881" y="1746347"/>
          <a:ext cx="388077" cy="3880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C05B71-87C7-4F4B-BD0F-A60D6FD6D1B3}">
      <dsp:nvSpPr>
        <dsp:cNvPr id="0" name=""/>
        <dsp:cNvSpPr/>
      </dsp:nvSpPr>
      <dsp:spPr>
        <a:xfrm>
          <a:off x="4864502" y="2328463"/>
          <a:ext cx="926513" cy="15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Cloud &amp; alert setup</a:t>
          </a:r>
        </a:p>
      </dsp:txBody>
      <dsp:txXfrm>
        <a:off x="4864502" y="2328463"/>
        <a:ext cx="926513" cy="1552309"/>
      </dsp:txXfrm>
    </dsp:sp>
    <dsp:sp modelId="{4CFBA4E6-5138-4C4F-BACE-0EEF604D5D26}">
      <dsp:nvSpPr>
        <dsp:cNvPr id="0" name=""/>
        <dsp:cNvSpPr/>
      </dsp:nvSpPr>
      <dsp:spPr>
        <a:xfrm>
          <a:off x="5133720" y="1746347"/>
          <a:ext cx="388077" cy="3880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A782FC-141E-401A-A15D-74EBF352615C}">
      <dsp:nvSpPr>
        <dsp:cNvPr id="0" name=""/>
        <dsp:cNvSpPr/>
      </dsp:nvSpPr>
      <dsp:spPr>
        <a:xfrm>
          <a:off x="5837341" y="0"/>
          <a:ext cx="926513" cy="15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Testing and validation</a:t>
          </a:r>
        </a:p>
      </dsp:txBody>
      <dsp:txXfrm>
        <a:off x="5837341" y="0"/>
        <a:ext cx="926513" cy="1552309"/>
      </dsp:txXfrm>
    </dsp:sp>
    <dsp:sp modelId="{124A00EA-A3D0-4FC1-AD5E-17C3304AF4A2}">
      <dsp:nvSpPr>
        <dsp:cNvPr id="0" name=""/>
        <dsp:cNvSpPr/>
      </dsp:nvSpPr>
      <dsp:spPr>
        <a:xfrm>
          <a:off x="6106559" y="1746347"/>
          <a:ext cx="388077" cy="3880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A2ABD-CC34-4A24-B94A-EC22E66B2B85}">
      <dsp:nvSpPr>
        <dsp:cNvPr id="0" name=""/>
        <dsp:cNvSpPr/>
      </dsp:nvSpPr>
      <dsp:spPr>
        <a:xfrm>
          <a:off x="6810180" y="2328463"/>
          <a:ext cx="926513" cy="155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Final demonstration</a:t>
          </a:r>
        </a:p>
      </dsp:txBody>
      <dsp:txXfrm>
        <a:off x="6810180" y="2328463"/>
        <a:ext cx="926513" cy="1552309"/>
      </dsp:txXfrm>
    </dsp:sp>
    <dsp:sp modelId="{3522BC68-9B92-4FD2-AFEE-010540E4E516}">
      <dsp:nvSpPr>
        <dsp:cNvPr id="0" name=""/>
        <dsp:cNvSpPr/>
      </dsp:nvSpPr>
      <dsp:spPr>
        <a:xfrm>
          <a:off x="7079398" y="1746347"/>
          <a:ext cx="388077" cy="3880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DD3E88-3431-454A-BE69-DC23A20743FC}">
      <dsp:nvSpPr>
        <dsp:cNvPr id="0" name=""/>
        <dsp:cNvSpPr/>
      </dsp:nvSpPr>
      <dsp:spPr>
        <a:xfrm>
          <a:off x="0" y="0"/>
          <a:ext cx="3880772" cy="3880772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46F3E-0A6D-4610-9FD4-AD89DF09AD7F}">
      <dsp:nvSpPr>
        <dsp:cNvPr id="0" name=""/>
        <dsp:cNvSpPr/>
      </dsp:nvSpPr>
      <dsp:spPr>
        <a:xfrm>
          <a:off x="1940386" y="0"/>
          <a:ext cx="6656281" cy="388077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Low‑cost and scalable solution</a:t>
          </a:r>
          <a:endParaRPr lang="en-IN" sz="2600" kern="1200"/>
        </a:p>
      </dsp:txBody>
      <dsp:txXfrm>
        <a:off x="1940386" y="0"/>
        <a:ext cx="6656281" cy="620923"/>
      </dsp:txXfrm>
    </dsp:sp>
    <dsp:sp modelId="{47E7ACA0-439E-4685-A9D8-996DF3A76AD3}">
      <dsp:nvSpPr>
        <dsp:cNvPr id="0" name=""/>
        <dsp:cNvSpPr/>
      </dsp:nvSpPr>
      <dsp:spPr>
        <a:xfrm>
          <a:off x="407481" y="620923"/>
          <a:ext cx="3065810" cy="306581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293788-2029-44B2-BF81-C353FCA59383}">
      <dsp:nvSpPr>
        <dsp:cNvPr id="0" name=""/>
        <dsp:cNvSpPr/>
      </dsp:nvSpPr>
      <dsp:spPr>
        <a:xfrm>
          <a:off x="1940386" y="620923"/>
          <a:ext cx="6656281" cy="306581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Uses existing smartphone camera</a:t>
          </a:r>
          <a:endParaRPr lang="en-IN" sz="2600" kern="1200"/>
        </a:p>
      </dsp:txBody>
      <dsp:txXfrm>
        <a:off x="1940386" y="620923"/>
        <a:ext cx="6656281" cy="620923"/>
      </dsp:txXfrm>
    </dsp:sp>
    <dsp:sp modelId="{5BDAF758-F1B1-474A-9988-40187E7390A7}">
      <dsp:nvSpPr>
        <dsp:cNvPr id="0" name=""/>
        <dsp:cNvSpPr/>
      </dsp:nvSpPr>
      <dsp:spPr>
        <a:xfrm>
          <a:off x="814962" y="1241847"/>
          <a:ext cx="2250848" cy="225084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1BCF4-435A-4310-A24B-B1923147EB00}">
      <dsp:nvSpPr>
        <dsp:cNvPr id="0" name=""/>
        <dsp:cNvSpPr/>
      </dsp:nvSpPr>
      <dsp:spPr>
        <a:xfrm>
          <a:off x="1940386" y="1241847"/>
          <a:ext cx="6656281" cy="225084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Works in both day and night conditions</a:t>
          </a:r>
          <a:endParaRPr lang="en-IN" sz="2600" kern="1200"/>
        </a:p>
      </dsp:txBody>
      <dsp:txXfrm>
        <a:off x="1940386" y="1241847"/>
        <a:ext cx="6656281" cy="620923"/>
      </dsp:txXfrm>
    </dsp:sp>
    <dsp:sp modelId="{9942C072-1512-47EC-BBCA-231A6AD58AC4}">
      <dsp:nvSpPr>
        <dsp:cNvPr id="0" name=""/>
        <dsp:cNvSpPr/>
      </dsp:nvSpPr>
      <dsp:spPr>
        <a:xfrm>
          <a:off x="1222443" y="1862771"/>
          <a:ext cx="1435886" cy="143588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8C926-4E23-46BC-8B43-158E5BA7E79D}">
      <dsp:nvSpPr>
        <dsp:cNvPr id="0" name=""/>
        <dsp:cNvSpPr/>
      </dsp:nvSpPr>
      <dsp:spPr>
        <a:xfrm>
          <a:off x="1940386" y="1862771"/>
          <a:ext cx="6656281" cy="143588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Improves road safety and driver health</a:t>
          </a:r>
          <a:endParaRPr lang="en-IN" sz="2600" kern="1200"/>
        </a:p>
      </dsp:txBody>
      <dsp:txXfrm>
        <a:off x="1940386" y="1862771"/>
        <a:ext cx="6656281" cy="620923"/>
      </dsp:txXfrm>
    </dsp:sp>
    <dsp:sp modelId="{C342B3D6-95B0-4CC0-8A18-E5CEA5DE71E2}">
      <dsp:nvSpPr>
        <dsp:cNvPr id="0" name=""/>
        <dsp:cNvSpPr/>
      </dsp:nvSpPr>
      <dsp:spPr>
        <a:xfrm>
          <a:off x="1629924" y="2483694"/>
          <a:ext cx="620923" cy="62092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3A73A4-6C9E-4A79-9C50-EC28E3A492A5}">
      <dsp:nvSpPr>
        <dsp:cNvPr id="0" name=""/>
        <dsp:cNvSpPr/>
      </dsp:nvSpPr>
      <dsp:spPr>
        <a:xfrm>
          <a:off x="1940386" y="2483694"/>
          <a:ext cx="6656281" cy="62092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Supports smart city initiatives</a:t>
          </a:r>
          <a:endParaRPr lang="en-IN" sz="2600" kern="1200"/>
        </a:p>
      </dsp:txBody>
      <dsp:txXfrm>
        <a:off x="1940386" y="2483694"/>
        <a:ext cx="6656281" cy="6209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261EF-A2FE-4685-9B2E-66E5761E0FC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70891-44C0-4D93-A530-A0ACE06F93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845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261EF-A2FE-4685-9B2E-66E5761E0FC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70891-44C0-4D93-A530-A0ACE06F93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682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261EF-A2FE-4685-9B2E-66E5761E0FC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70891-44C0-4D93-A530-A0ACE06F93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17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261EF-A2FE-4685-9B2E-66E5761E0FC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70891-44C0-4D93-A530-A0ACE06F93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64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261EF-A2FE-4685-9B2E-66E5761E0FC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70891-44C0-4D93-A530-A0ACE06F93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679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261EF-A2FE-4685-9B2E-66E5761E0FC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70891-44C0-4D93-A530-A0ACE06F93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971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261EF-A2FE-4685-9B2E-66E5761E0FC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70891-44C0-4D93-A530-A0ACE06F93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608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261EF-A2FE-4685-9B2E-66E5761E0FC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70891-44C0-4D93-A530-A0ACE06F93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97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261EF-A2FE-4685-9B2E-66E5761E0FC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70891-44C0-4D93-A530-A0ACE06F93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26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261EF-A2FE-4685-9B2E-66E5761E0FC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70891-44C0-4D93-A530-A0ACE06F93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81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261EF-A2FE-4685-9B2E-66E5761E0FC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70891-44C0-4D93-A530-A0ACE06F936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4088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261EF-A2FE-4685-9B2E-66E5761E0FC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70891-44C0-4D93-A530-A0ACE06F93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798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261EF-A2FE-4685-9B2E-66E5761E0FC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70891-44C0-4D93-A530-A0ACE06F936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2015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261EF-A2FE-4685-9B2E-66E5761E0FC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70891-44C0-4D93-A530-A0ACE06F93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053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261EF-A2FE-4685-9B2E-66E5761E0FC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70891-44C0-4D93-A530-A0ACE06F93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5307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261EF-A2FE-4685-9B2E-66E5761E0FC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70891-44C0-4D93-A530-A0ACE06F93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4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261EF-A2FE-4685-9B2E-66E5761E0FC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2F70891-44C0-4D93-A530-A0ACE06F93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3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9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0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5FD3D-0F98-374C-31D4-18909216F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073" y="923636"/>
            <a:ext cx="8645930" cy="2757745"/>
          </a:xfrm>
        </p:spPr>
        <p:txBody>
          <a:bodyPr/>
          <a:lstStyle/>
          <a:p>
            <a:pPr algn="l"/>
            <a:r>
              <a:rPr lang="en-US" b="1" dirty="0"/>
              <a:t>Smart Road Safety and Driver Health Monitoring System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4B2FF-62EA-7C79-7B24-F041F1F0AB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1721" y="4525818"/>
            <a:ext cx="7904787" cy="1065259"/>
          </a:xfrm>
        </p:spPr>
        <p:txBody>
          <a:bodyPr/>
          <a:lstStyle/>
          <a:p>
            <a:r>
              <a:rPr lang="en-IN" b="1" dirty="0"/>
              <a:t>Team Members:</a:t>
            </a:r>
            <a:br>
              <a:rPr lang="en-IN" dirty="0"/>
            </a:br>
            <a:r>
              <a:rPr lang="en-IN" dirty="0"/>
              <a:t>Suriyan L, Arun, Arjun, Roshan, Sairam</a:t>
            </a:r>
          </a:p>
          <a:p>
            <a:r>
              <a:rPr lang="en-IN" dirty="0"/>
              <a:t>24brs1009, 24brs1309, 24brs1232, 24brs1427, 24brs1347</a:t>
            </a:r>
          </a:p>
        </p:txBody>
      </p:sp>
    </p:spTree>
    <p:extLst>
      <p:ext uri="{BB962C8B-B14F-4D97-AF65-F5344CB8AC3E}">
        <p14:creationId xmlns:p14="http://schemas.microsoft.com/office/powerpoint/2010/main" val="3036705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1C05-CF61-EE76-DCDB-AC333980A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83ABD19-42D8-D0CF-0D10-858AAC5FA4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018053"/>
              </p:ext>
            </p:extLst>
          </p:nvPr>
        </p:nvGraphicFramePr>
        <p:xfrm>
          <a:off x="677333" y="1597891"/>
          <a:ext cx="8762231" cy="44434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513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85215-75A8-3493-E956-AAAAE6275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OBJECTIVES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6E899E-1282-0EF3-08C6-74D30F16AB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5995389"/>
              </p:ext>
            </p:extLst>
          </p:nvPr>
        </p:nvGraphicFramePr>
        <p:xfrm>
          <a:off x="677334" y="2160589"/>
          <a:ext cx="7829357" cy="3898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87749C7-1931-7D30-F9C9-3683396C97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2257" y="4585850"/>
            <a:ext cx="2917998" cy="1865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81052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ECEE6-93FD-CC48-5245-A74B9D877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OVERVIEW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93F7A0-6886-3435-D09F-4BD05B6B3F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3846304"/>
              </p:ext>
            </p:extLst>
          </p:nvPr>
        </p:nvGraphicFramePr>
        <p:xfrm>
          <a:off x="677334" y="1716044"/>
          <a:ext cx="6370011" cy="46004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Arduino UNO R3 SMD ATmega328 Compatible Board">
            <a:extLst>
              <a:ext uri="{FF2B5EF4-FFF2-40B4-BE49-F238E27FC236}">
                <a16:creationId xmlns:a16="http://schemas.microsoft.com/office/drawing/2014/main" id="{AC9A5140-DAE7-04D5-A974-4E85A89B9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255" y="1930400"/>
            <a:ext cx="4913745" cy="460048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5274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9BFBE-1692-B96A-D5D8-5F2CFBCFB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HARDWARE COMPONENTS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DA684-F8CC-3637-4853-4DD279B83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Arduino Nano</a:t>
            </a:r>
          </a:p>
          <a:p>
            <a:r>
              <a:rPr lang="en-IN" dirty="0"/>
              <a:t>ESP32 Development Board</a:t>
            </a:r>
          </a:p>
          <a:p>
            <a:r>
              <a:rPr lang="en-IN" dirty="0"/>
              <a:t>Ultrasonic Sensor </a:t>
            </a:r>
          </a:p>
          <a:p>
            <a:r>
              <a:rPr lang="en-IN" dirty="0"/>
              <a:t>Pulse Oximeter Sensor</a:t>
            </a:r>
          </a:p>
          <a:p>
            <a:r>
              <a:rPr lang="en-IN" dirty="0"/>
              <a:t>Buzzer</a:t>
            </a:r>
          </a:p>
          <a:p>
            <a:r>
              <a:rPr lang="en-IN" dirty="0"/>
              <a:t>LEDs</a:t>
            </a:r>
          </a:p>
          <a:p>
            <a:r>
              <a:rPr lang="en-IN" dirty="0"/>
              <a:t>Resistors</a:t>
            </a:r>
          </a:p>
          <a:p>
            <a:r>
              <a:rPr lang="en-IN" dirty="0"/>
              <a:t>Capacitors</a:t>
            </a:r>
          </a:p>
          <a:p>
            <a:r>
              <a:rPr lang="en-IN" dirty="0"/>
              <a:t>Jumper Wires</a:t>
            </a:r>
          </a:p>
          <a:p>
            <a:r>
              <a:rPr lang="en-IN" dirty="0"/>
              <a:t>Breadboard</a:t>
            </a:r>
          </a:p>
          <a:p>
            <a:r>
              <a:rPr lang="en-IN" dirty="0"/>
              <a:t>Power Supply (5V / Battery)</a:t>
            </a:r>
          </a:p>
          <a:p>
            <a:r>
              <a:rPr lang="en-IN" dirty="0"/>
              <a:t>Mobile camera, connections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879009-2E2A-BA02-5DAC-9748C6FBE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304" y="1449085"/>
            <a:ext cx="3178678" cy="460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223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7314A-4335-6A3C-51E5-CFCD9111B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SOFTWARE COMPONENTS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B095F-ACF1-CB22-9198-4EE79DA74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4462"/>
            <a:ext cx="8596668" cy="3880773"/>
          </a:xfrm>
        </p:spPr>
        <p:txBody>
          <a:bodyPr/>
          <a:lstStyle/>
          <a:p>
            <a:r>
              <a:rPr lang="en-IN" dirty="0"/>
              <a:t>Arduino IDE</a:t>
            </a:r>
          </a:p>
          <a:p>
            <a:r>
              <a:rPr lang="en-IN" dirty="0"/>
              <a:t>ESP32 Libraries</a:t>
            </a:r>
          </a:p>
          <a:p>
            <a:r>
              <a:rPr lang="en-IN" dirty="0"/>
              <a:t>Mobile Phone Camera</a:t>
            </a:r>
          </a:p>
          <a:p>
            <a:r>
              <a:rPr lang="en-IN" dirty="0"/>
              <a:t>trained Machine Learning Model</a:t>
            </a:r>
          </a:p>
          <a:p>
            <a:r>
              <a:rPr lang="en-IN" dirty="0"/>
              <a:t>Mobile‑based Server / Edge Processing</a:t>
            </a:r>
          </a:p>
          <a:p>
            <a:r>
              <a:rPr lang="en-IN" dirty="0"/>
              <a:t>Cloud Services (Email / Dashboard / APIs)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842DCD-E946-5531-E24A-18ACA7CBF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301" y="3952470"/>
            <a:ext cx="10383699" cy="29055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559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60573-EAC4-EC19-3268-5947B0640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DAYTIME WORKING – ROAD DETECTION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174B6-D4D9-3322-79D4-17ABD1D0B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Mobile phone mounted on helmet captures </a:t>
            </a:r>
            <a:r>
              <a:rPr lang="en-US" b="1" dirty="0"/>
              <a:t>road images</a:t>
            </a:r>
            <a:r>
              <a:rPr lang="en-US" dirty="0"/>
              <a:t>.</a:t>
            </a:r>
          </a:p>
          <a:p>
            <a:r>
              <a:rPr lang="en-US" dirty="0"/>
              <a:t>Images are processed using a </a:t>
            </a:r>
            <a:r>
              <a:rPr lang="en-US" b="1" dirty="0"/>
              <a:t>pre‑trained ML model</a:t>
            </a:r>
            <a:r>
              <a:rPr lang="en-US" dirty="0"/>
              <a:t> inside the phone.</a:t>
            </a:r>
          </a:p>
          <a:p>
            <a:r>
              <a:rPr lang="en-US" dirty="0"/>
              <a:t>The model detects:</a:t>
            </a:r>
          </a:p>
          <a:p>
            <a:pPr lvl="1"/>
            <a:r>
              <a:rPr lang="en-US" dirty="0"/>
              <a:t>Potholes</a:t>
            </a:r>
          </a:p>
          <a:p>
            <a:pPr lvl="1"/>
            <a:r>
              <a:rPr lang="en-US" dirty="0"/>
              <a:t>Speed breakers</a:t>
            </a:r>
          </a:p>
          <a:p>
            <a:pPr lvl="1"/>
            <a:r>
              <a:rPr lang="en-US" dirty="0"/>
              <a:t>Damaged road surfaces</a:t>
            </a:r>
          </a:p>
          <a:p>
            <a:r>
              <a:rPr lang="en-US" dirty="0"/>
              <a:t>GPS data from the phone is attached to detections.</a:t>
            </a:r>
          </a:p>
          <a:p>
            <a:r>
              <a:rPr lang="en-US" dirty="0"/>
              <a:t>No external camera hardware is required → </a:t>
            </a:r>
            <a:r>
              <a:rPr lang="en-US" b="1" dirty="0"/>
              <a:t>low cost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7432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FD0D0-0D90-5F7D-D3A0-AF0BA780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NIGHT-TIME WORKING – HUMAN DETECTION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9A435-1DB9-70A1-EE8D-81891D003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Ultrasonic sensor continuously scans the road ahead.</a:t>
            </a:r>
          </a:p>
          <a:p>
            <a:r>
              <a:rPr lang="en-US" dirty="0"/>
              <a:t>If a human or obstacle is detected within a set distance:</a:t>
            </a:r>
          </a:p>
          <a:p>
            <a:pPr lvl="1"/>
            <a:r>
              <a:rPr lang="en-US" dirty="0"/>
              <a:t>Buzzer sounds</a:t>
            </a:r>
          </a:p>
          <a:p>
            <a:pPr lvl="1"/>
            <a:r>
              <a:rPr lang="en-US" dirty="0"/>
              <a:t>LED alert is activated</a:t>
            </a:r>
          </a:p>
          <a:p>
            <a:r>
              <a:rPr lang="en-US" dirty="0"/>
              <a:t>Useful during </a:t>
            </a:r>
            <a:r>
              <a:rPr lang="en-US" b="1" dirty="0"/>
              <a:t>night, fog, and rain</a:t>
            </a:r>
            <a:r>
              <a:rPr lang="en-US" dirty="0"/>
              <a:t>, where cameras fail.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9308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6DCA5-E9B7-F634-750A-449B61B40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HEALTH MONITORING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6B650-8784-3EB6-874E-0C93FDA34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Pulse oximeter sensor monitors driver’s </a:t>
            </a:r>
            <a:r>
              <a:rPr lang="en-US" b="1" dirty="0"/>
              <a:t>heart rate</a:t>
            </a:r>
            <a:r>
              <a:rPr lang="en-US" dirty="0"/>
              <a:t>.</a:t>
            </a:r>
          </a:p>
          <a:p>
            <a:r>
              <a:rPr lang="en-US" dirty="0"/>
              <a:t>Sensor data is processed using Arduino.</a:t>
            </a:r>
          </a:p>
          <a:p>
            <a:r>
              <a:rPr lang="en-US" dirty="0"/>
              <a:t>If pulse rate falls below safe limit:</a:t>
            </a:r>
          </a:p>
          <a:p>
            <a:pPr lvl="1"/>
            <a:r>
              <a:rPr lang="en-US" dirty="0"/>
              <a:t>Emergency alert is triggered</a:t>
            </a:r>
          </a:p>
          <a:p>
            <a:pPr lvl="1"/>
            <a:r>
              <a:rPr lang="en-US" dirty="0"/>
              <a:t>Message is sent to a predefined contact</a:t>
            </a:r>
          </a:p>
          <a:p>
            <a:r>
              <a:rPr lang="en-US" dirty="0"/>
              <a:t>Health system works </a:t>
            </a:r>
            <a:r>
              <a:rPr lang="en-US" b="1" dirty="0"/>
              <a:t>independently</a:t>
            </a:r>
            <a:r>
              <a:rPr lang="en-US" dirty="0"/>
              <a:t> for reliability.</a:t>
            </a:r>
          </a:p>
          <a:p>
            <a:pPr marL="0" indent="0">
              <a:buNone/>
            </a:pPr>
            <a:r>
              <a:rPr lang="en-IN" dirty="0"/>
              <a:t>(may also develop an ML model for this in server)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B78482-3177-6BE7-E15F-493A80C02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90" y="2362108"/>
            <a:ext cx="4334246" cy="213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256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6DC9-96F3-5C15-711C-07F7BEDD3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ROAD CONDITION REPORTING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A7458-CC6C-62B4-52CA-9FC563FF6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Detected pothole locations are stored with </a:t>
            </a:r>
            <a:r>
              <a:rPr lang="en-US" b="1" dirty="0"/>
              <a:t>GPS coordinates</a:t>
            </a:r>
            <a:r>
              <a:rPr lang="en-US" dirty="0"/>
              <a:t>.</a:t>
            </a:r>
          </a:p>
          <a:p>
            <a:r>
              <a:rPr lang="en-US" dirty="0"/>
              <a:t>Data is sent to:</a:t>
            </a:r>
          </a:p>
          <a:p>
            <a:pPr lvl="1"/>
            <a:r>
              <a:rPr lang="en-US" dirty="0"/>
              <a:t>Cloud dashboard</a:t>
            </a:r>
          </a:p>
          <a:p>
            <a:pPr lvl="1"/>
            <a:r>
              <a:rPr lang="en-US" dirty="0"/>
              <a:t>Email / notification system</a:t>
            </a:r>
          </a:p>
          <a:p>
            <a:r>
              <a:rPr lang="en-US" dirty="0"/>
              <a:t>Roads are marked as </a:t>
            </a:r>
            <a:r>
              <a:rPr lang="en-US" b="1" dirty="0"/>
              <a:t>“Needs Inspection”</a:t>
            </a:r>
            <a:r>
              <a:rPr lang="en-US" dirty="0"/>
              <a:t> for authorities.</a:t>
            </a:r>
          </a:p>
          <a:p>
            <a:r>
              <a:rPr lang="en-US" dirty="0"/>
              <a:t>Multiple detections improve report accuracy.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3F4768-097B-4CE5-F0FD-9B32AC13E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313" y="2160589"/>
            <a:ext cx="3019846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35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84880-BF9E-A65D-FC73-8E61AB42D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CIRCUIT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2DD6-3042-1812-B8AB-69BB58FD3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479635-FFF3-CC5F-52F9-BE61C185A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629" y="1151440"/>
            <a:ext cx="4607070" cy="20182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73D758-C146-1F5C-5871-7AF861CA7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156" y="954963"/>
            <a:ext cx="1377553" cy="10765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796CB2-3E71-67AA-1706-885BAD7619C6}"/>
              </a:ext>
            </a:extLst>
          </p:cNvPr>
          <p:cNvSpPr txBox="1"/>
          <p:nvPr/>
        </p:nvSpPr>
        <p:spPr>
          <a:xfrm>
            <a:off x="5254156" y="2587335"/>
            <a:ext cx="1418450" cy="27699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Pothole detected</a:t>
            </a:r>
            <a:endParaRPr lang="en-IN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035C2-2381-3651-A475-A983410A2590}"/>
              </a:ext>
            </a:extLst>
          </p:cNvPr>
          <p:cNvSpPr txBox="1"/>
          <p:nvPr/>
        </p:nvSpPr>
        <p:spPr>
          <a:xfrm>
            <a:off x="613965" y="1311870"/>
            <a:ext cx="2240664" cy="92333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Stored in map based on GPS location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2476EB-DB3F-3251-3117-BB2FB1BE7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4650" y="3495301"/>
            <a:ext cx="5902036" cy="33626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64DA73-F932-A414-B75D-4E3A7BAB868B}"/>
              </a:ext>
            </a:extLst>
          </p:cNvPr>
          <p:cNvSpPr txBox="1"/>
          <p:nvPr/>
        </p:nvSpPr>
        <p:spPr>
          <a:xfrm>
            <a:off x="8294255" y="5116945"/>
            <a:ext cx="2105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LED, buzzer or other indicators</a:t>
            </a:r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C1D1BC-D443-3E89-7803-5CBBC5653F34}"/>
              </a:ext>
            </a:extLst>
          </p:cNvPr>
          <p:cNvCxnSpPr>
            <a:cxnSpLocks/>
          </p:cNvCxnSpPr>
          <p:nvPr/>
        </p:nvCxnSpPr>
        <p:spPr>
          <a:xfrm>
            <a:off x="4147127" y="3823855"/>
            <a:ext cx="3232728" cy="803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70C9DD-649E-493B-DBA3-EDFE4A1C0CBF}"/>
              </a:ext>
            </a:extLst>
          </p:cNvPr>
          <p:cNvCxnSpPr>
            <a:cxnSpLocks/>
          </p:cNvCxnSpPr>
          <p:nvPr/>
        </p:nvCxnSpPr>
        <p:spPr>
          <a:xfrm flipH="1" flipV="1">
            <a:off x="4442460" y="3034145"/>
            <a:ext cx="1143000" cy="15932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BBA79C-89B3-CAA5-5611-FA8A284A7434}"/>
              </a:ext>
            </a:extLst>
          </p:cNvPr>
          <p:cNvCxnSpPr>
            <a:cxnSpLocks/>
          </p:cNvCxnSpPr>
          <p:nvPr/>
        </p:nvCxnSpPr>
        <p:spPr>
          <a:xfrm>
            <a:off x="5821680" y="5516880"/>
            <a:ext cx="121920" cy="57912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031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FA51C-484F-15E8-B90C-440AC9B03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ROADMAP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ED23DF-7948-A692-BEBE-FC1280DE1F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794227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8CE5D96-B0C2-6C3D-E816-544991A0BA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9933" y="554386"/>
            <a:ext cx="2010176" cy="137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55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0ECD-B0B0-2E4F-CBBA-448B3095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ADVANTAGES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E6EADF-2B9F-FA8B-9864-746339F3EA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6660741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0926CF8-F414-EC6D-4BCD-B7E53C8321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3547" y="100429"/>
            <a:ext cx="3364905" cy="19450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31648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39B9-1D83-A821-0B0A-E24FA29F6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16E24-CAA7-1155-923C-C65D67C3A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Two‑wheeler and car safety systems</a:t>
            </a:r>
          </a:p>
          <a:p>
            <a:r>
              <a:rPr lang="en-US" dirty="0"/>
              <a:t>Smart city road monitoring</a:t>
            </a:r>
          </a:p>
          <a:p>
            <a:r>
              <a:rPr lang="en-US" dirty="0"/>
              <a:t>Accident prevention systems</a:t>
            </a:r>
          </a:p>
          <a:p>
            <a:r>
              <a:rPr lang="en-US" dirty="0"/>
              <a:t>Driver health safety devices</a:t>
            </a:r>
          </a:p>
          <a:p>
            <a:r>
              <a:rPr lang="en-US" dirty="0"/>
              <a:t>Road maintenance planning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69F34-0E64-F633-E565-49915F5F3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419" y="1930400"/>
            <a:ext cx="3255185" cy="28427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33497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E5950-5267-C3CA-2349-4F47E99F4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F0428-0665-AC6C-FF7A-1609C2A82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Real‑time Google Maps integration</a:t>
            </a:r>
          </a:p>
          <a:p>
            <a:r>
              <a:rPr lang="en-US" dirty="0"/>
              <a:t>AI‑based severity classification</a:t>
            </a:r>
          </a:p>
          <a:p>
            <a:r>
              <a:rPr lang="en-US" dirty="0"/>
              <a:t>Automatic emergency services alert</a:t>
            </a:r>
          </a:p>
          <a:p>
            <a:r>
              <a:rPr lang="en-US" dirty="0"/>
              <a:t>Large‑scale crowd‑sourced road monitoring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B4980E-3B74-419C-89B4-B82DB893C5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189"/>
          <a:stretch>
            <a:fillRect/>
          </a:stretch>
        </p:blipFill>
        <p:spPr>
          <a:xfrm>
            <a:off x="5837044" y="1555753"/>
            <a:ext cx="5315370" cy="37182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10197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6A265-4038-1143-28D6-A6177D4F7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825" y="2780175"/>
            <a:ext cx="8596668" cy="13208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AE0F9-6784-4A63-406F-3967AE1D2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7109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</TotalTime>
  <Words>566</Words>
  <Application>Microsoft Office PowerPoint</Application>
  <PresentationFormat>Widescreen</PresentationFormat>
  <Paragraphs>102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</vt:lpstr>
      <vt:lpstr>Smart Road Safety and Driver Health Monitoring System</vt:lpstr>
      <vt:lpstr>PROBLEM STATEMENT</vt:lpstr>
      <vt:lpstr>PROJECT OBJECTIVES</vt:lpstr>
      <vt:lpstr>SYSTEM OVERVIEW</vt:lpstr>
      <vt:lpstr>HARDWARE COMPONENTS USED</vt:lpstr>
      <vt:lpstr>SOFTWARE COMPONENTS USED</vt:lpstr>
      <vt:lpstr>DAYTIME WORKING – ROAD DETECTION</vt:lpstr>
      <vt:lpstr>NIGHT-TIME WORKING – HUMAN DETECTION</vt:lpstr>
      <vt:lpstr>HEALTH MONITORING SYSTEM</vt:lpstr>
      <vt:lpstr>ROAD CONDITION REPORTING</vt:lpstr>
      <vt:lpstr>CIRCUIT DIAGRAM</vt:lpstr>
      <vt:lpstr>PROJECT ROADMAP</vt:lpstr>
      <vt:lpstr>ADVANTAGES</vt:lpstr>
      <vt:lpstr>APPLICATIONS</vt:lpstr>
      <vt:lpstr> 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Suriyan L</dc:creator>
  <cp:lastModifiedBy>Suriyan L</cp:lastModifiedBy>
  <cp:revision>31</cp:revision>
  <dcterms:created xsi:type="dcterms:W3CDTF">2026-01-20T00:48:34Z</dcterms:created>
  <dcterms:modified xsi:type="dcterms:W3CDTF">2026-01-20T08:17:58Z</dcterms:modified>
</cp:coreProperties>
</file>